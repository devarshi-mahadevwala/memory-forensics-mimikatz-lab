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0454-B182-C481-5391-F10A4E5A6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EF27F-F78F-693C-DC63-5B02231FA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1251B-6CB0-A4E8-35B1-69766A93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B4ED-0E45-6D2E-34D2-814DBFAC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4A20-AA6C-6DDC-0BA9-C65F7E87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61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509B-CD65-6584-41CD-7380C3B8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E50D-E96F-090A-0023-2E7CC2484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E0491-FD51-84B5-1B7F-73BB1868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F52A-BBC4-A0D9-285B-23B71CAF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D35D7-9F52-8A07-D509-656E9291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70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C04E-67CF-1026-26EB-9C55E2F6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800C9-CBAD-73A0-2C2C-D26609F47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2DABA-C9D6-2DA8-7EB4-BCE190BA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4E97-CC71-4112-C33F-BD68A3BC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1E304-459C-D54F-A2AC-E32C3F15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169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36D7-BB64-4256-F4F6-1B356CE5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B46C-D98A-04FD-3863-607CA0363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EC97A-E8AC-A70C-BB55-03FE5B02D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3D5F2-6397-A7DC-8867-3A9B4ACA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5B320-30FE-CCD6-28E1-815D765B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4A8F1-E275-0507-98C8-04ECFA8B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5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F0A1-9A91-B015-A0D1-60F201B8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CEBDB-6A1C-6117-E008-5A806D684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E91B2-A9BC-B501-5767-A01F27120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E2EEA-0C4D-E029-78D4-D509B946E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6638C-CE01-A3D7-CFCB-72B18A866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06A53-C80F-5363-D7F1-1A944001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1CDA2-FAAF-D8F1-7399-95B4CFC1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74061E-3DA5-7016-05CE-9F922BAB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06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F3AA-2745-7CA6-9F95-62D68C9F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1FA7F-3705-64B8-08E3-5997525F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39052-6CC7-15C1-2E42-A53D6A9F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79A8A-B675-9172-9F21-C9973B7B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957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E108A-62F3-B3B8-9E90-45025C95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A4D7A-C072-4788-DBFA-6512A262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C879-8DBB-DC63-02CD-DFE6CB0E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778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3010-B8CB-8A06-811A-E2E023E6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4C684-B5D0-33B0-DB44-23B9733D1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C7F29-73AB-79A4-41A3-DA01303E3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725CC-2DF5-6E64-22E9-6481D18D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35C09-47C0-5080-294E-36727821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F7AD3-FDB9-9D13-67B5-71C53744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8338-F728-9F4F-0940-78F583D1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7FB21-BC6F-BBD7-8832-C0F11FE24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EDAB2-4EF2-B165-7037-99CCA6614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01294-D5D8-1007-79CF-6905D326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5A677-AECF-DA34-99FB-5E098ECD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CE7D2-65EB-2CD4-47CB-9DDE918C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6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2E8E-7D14-973E-78F9-377D068E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D5354-42FF-F31A-80BD-EFA7CDB7A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F6BE9-817D-354B-BA1C-B9BBE077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F009-262B-AA20-FA75-6640F4CA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13ADC-D7FE-81D0-0171-46522606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88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5FFDD-7615-B13C-F494-69633E9EB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759B2-8274-0530-D3B1-C19C34EE8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E72E6-9C15-FF84-F935-3D1D4AAA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3098A-6410-C380-9F36-3A7052DF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9C4B8-376F-653F-82B7-80B951B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02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5114B-A47F-B680-B3F4-A8D61DEB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64077-787B-AC45-6DE2-CEE95B594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DF107-5F63-663C-018C-AA1316003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17C03-6710-41C0-A09D-E09D24EC939A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FC41-5245-07C9-D806-65553136F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949D-D6D7-4BBE-B2E8-363DDB45B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3EB8A-DE0E-44E0-B7D1-AF540D302B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787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E1C7-4C34-842C-3998-9B853312A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65749"/>
            <a:ext cx="4953001" cy="47265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1 Presentation – Environment Setup &amp; Lab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D785F-27A7-7D71-708E-2033F3144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8022" y="713313"/>
            <a:ext cx="38157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 b="1" dirty="0"/>
          </a:p>
          <a:p>
            <a:pPr algn="l"/>
            <a:r>
              <a:rPr lang="en-US" sz="2000" b="1" dirty="0"/>
              <a:t>By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Devarshi Mahadevwala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algn="l"/>
            <a:r>
              <a:rPr lang="en-US" sz="2000" b="1" dirty="0"/>
              <a:t>Mentor: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/>
              <a:t>Ahmad </a:t>
            </a:r>
            <a:r>
              <a:rPr lang="en-US" sz="2000" b="1" dirty="0" err="1"/>
              <a:t>Ghobeiti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512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83876-DC14-9E9D-AE6B-EBD8E726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 of Phase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9BC296-DE34-7812-A6A8-06C476AE942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71094" y="2718054"/>
            <a:ext cx="3438906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Build a controlled forensic lab in VMware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Prepare Windows (victim) &amp; Kali (attacker/forensics)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Install all required tools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Configure and isolate the network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Validate connectivity &amp; capture clean VM snapshots</a:t>
            </a:r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6439E-9662-6E91-B70D-E8BD41A3847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1" b="8481"/>
          <a:stretch>
            <a:fillRect/>
          </a:stretch>
        </p:blipFill>
        <p:spPr>
          <a:xfrm>
            <a:off x="5018068" y="841248"/>
            <a:ext cx="6688239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6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99B0C-1A25-1A11-8136-5852492D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365125"/>
            <a:ext cx="5105398" cy="195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and Flow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Content Placeholder 1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2C2A7180-4C65-9E09-A11E-3A3AFF216C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36" y="290378"/>
            <a:ext cx="3091542" cy="627724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F8B07-3669-983D-6746-B732C5025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2497257"/>
            <a:ext cx="5105398" cy="3679705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b="1"/>
              <a:t>Two-Machine Forensic Lab</a:t>
            </a:r>
            <a:endParaRPr lang="en-US" sz="2000"/>
          </a:p>
          <a:p>
            <a:r>
              <a:rPr lang="en-US" sz="2000" b="1"/>
              <a:t>Kali Linux</a:t>
            </a:r>
            <a:r>
              <a:rPr lang="en-US" sz="2000"/>
              <a:t> → attacker + forensic workstation</a:t>
            </a:r>
          </a:p>
          <a:p>
            <a:r>
              <a:rPr lang="en-US" sz="2000" b="1"/>
              <a:t>Windows 10</a:t>
            </a:r>
            <a:r>
              <a:rPr lang="en-US" sz="2000"/>
              <a:t> → victim endpoint</a:t>
            </a:r>
          </a:p>
          <a:p>
            <a:r>
              <a:rPr lang="en-US" sz="2000"/>
              <a:t>Communication over </a:t>
            </a:r>
            <a:r>
              <a:rPr lang="en-US" sz="2000" b="1"/>
              <a:t>Host-Only 192.168.72.0/24</a:t>
            </a:r>
            <a:endParaRPr lang="en-US" sz="2000"/>
          </a:p>
          <a:p>
            <a:r>
              <a:rPr lang="en-US" sz="2000"/>
              <a:t>No internet access = safe &amp; isolated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8512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0C2B8-F545-8B7E-65F8-05266AE0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Windows Victim Configuration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FA398-BD77-BBF9-EDB2-057964328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b="1"/>
              <a:t>Preparation Performed</a:t>
            </a:r>
            <a:endParaRPr lang="en-US" sz="2000"/>
          </a:p>
          <a:p>
            <a:r>
              <a:rPr lang="en-US" sz="2000"/>
              <a:t>Disabled Windows Defender protections</a:t>
            </a:r>
          </a:p>
          <a:p>
            <a:r>
              <a:rPr lang="en-US" sz="2000"/>
              <a:t>Disabled Firewall (lab-safe only)</a:t>
            </a:r>
          </a:p>
          <a:p>
            <a:r>
              <a:rPr lang="en-US" sz="2000"/>
              <a:t>Created working folder C:\Tools</a:t>
            </a:r>
          </a:p>
          <a:p>
            <a:r>
              <a:rPr lang="en-US" sz="2000"/>
              <a:t>Extracted Sysinternals, Mimikatz, DumpIt</a:t>
            </a:r>
          </a:p>
          <a:p>
            <a:pPr marL="0"/>
            <a:endParaRPr lang="en-US" sz="20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D9A8C-C5F3-9751-E3BC-5EDCB58F74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841359"/>
            <a:ext cx="5150277" cy="30000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9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197C3-1B67-B228-DCE2-855B6B28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Windows Tools Installation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1D900-8901-02F8-1876-3CDD416A1A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047288"/>
            <a:ext cx="5628018" cy="453055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AC336-1D89-B200-D979-72E66CA5B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9012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800" b="1"/>
              <a:t>Purpose</a:t>
            </a:r>
            <a:endParaRPr lang="en-US" sz="1800"/>
          </a:p>
          <a:p>
            <a:r>
              <a:rPr lang="en-US" sz="1800"/>
              <a:t>Memory acquisition: DumpIt</a:t>
            </a:r>
          </a:p>
          <a:p>
            <a:r>
              <a:rPr lang="en-US" sz="1800"/>
              <a:t>System monitoring: Sysinternals</a:t>
            </a:r>
          </a:p>
          <a:p>
            <a:r>
              <a:rPr lang="en-US" sz="1800"/>
              <a:t>Credential theft simulation: Mimikatz</a:t>
            </a:r>
          </a:p>
          <a:p>
            <a:pPr marL="0"/>
            <a:endParaRPr lang="en-US" sz="1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8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BC7C0-E6DC-4A66-2653-B279F74D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Kali Linux Setup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BE853-9A32-C0C6-A8C1-A0DA34359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b="1"/>
              <a:t>Kali Roles</a:t>
            </a:r>
            <a:endParaRPr lang="en-US" sz="2000"/>
          </a:p>
          <a:p>
            <a:r>
              <a:rPr lang="en-US" sz="2000"/>
              <a:t>Host Mimikatz payload via Python server</a:t>
            </a:r>
          </a:p>
          <a:p>
            <a:r>
              <a:rPr lang="en-US" sz="2000"/>
              <a:t>Perform forensic analysis (Volatility 3)</a:t>
            </a:r>
          </a:p>
          <a:p>
            <a:pPr marL="0"/>
            <a:r>
              <a:rPr lang="en-US" sz="2000" b="1"/>
              <a:t>Configured:</a:t>
            </a:r>
            <a:endParaRPr lang="en-US" sz="2000"/>
          </a:p>
          <a:p>
            <a:r>
              <a:rPr lang="en-US" sz="2000"/>
              <a:t>System updated</a:t>
            </a:r>
          </a:p>
          <a:p>
            <a:r>
              <a:rPr lang="en-US" sz="2000"/>
              <a:t>Installed curl, wget, net-tools, unzip</a:t>
            </a:r>
          </a:p>
          <a:p>
            <a:r>
              <a:rPr lang="en-US" sz="2000"/>
              <a:t>Created AttackTools &amp; Forensics directories</a:t>
            </a:r>
          </a:p>
          <a:p>
            <a:pPr marL="0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6E0E697-F3BF-EB0F-B700-ECE2B97FB0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r="46464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3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F4A9F-3930-2C2A-8A46-45E2BBDE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Volatility 3 Installation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7CAB3C-ACE3-DBA4-25D8-ED183B7EE8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58" y="650494"/>
            <a:ext cx="4099589" cy="532414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E87E-8BBC-4DCE-848E-02EA314F8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9012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800" b="1" dirty="0"/>
              <a:t>Why Volatility 3?</a:t>
            </a:r>
            <a:endParaRPr lang="en-US" sz="1800"/>
          </a:p>
          <a:p>
            <a:r>
              <a:rPr lang="en-US" sz="1800" dirty="0"/>
              <a:t>Modern memory forensics framework</a:t>
            </a:r>
          </a:p>
          <a:p>
            <a:r>
              <a:rPr lang="en-US" sz="1800" dirty="0"/>
              <a:t>Works directly with Windows DumpIt .</a:t>
            </a:r>
            <a:r>
              <a:rPr lang="en-US" sz="1800"/>
              <a:t>dmp</a:t>
            </a:r>
            <a:r>
              <a:rPr lang="en-US" sz="1800" dirty="0"/>
              <a:t> image</a:t>
            </a:r>
          </a:p>
          <a:p>
            <a:r>
              <a:rPr lang="en-US" sz="1800" dirty="0"/>
              <a:t>Used in Phase 3 to extract credentials, processes, network artefacts</a:t>
            </a:r>
          </a:p>
          <a:p>
            <a:endParaRPr lang="en-US" sz="1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9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4C74C1C-EF2E-40CF-A712-656E694E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C6150-87A7-0D6B-C317-FFBA9D5D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 Connectivity 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901C929-B4F1-8DCE-EA2A-D48AD9A7BA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10" y="1033586"/>
            <a:ext cx="4235516" cy="45421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CE13F-E8C7-7078-9FE3-CE1DAB2E0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6262" y="2620641"/>
            <a:ext cx="5837750" cy="30237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b="1"/>
              <a:t>Purpose</a:t>
            </a:r>
            <a:endParaRPr lang="en-US" sz="2000"/>
          </a:p>
          <a:p>
            <a:r>
              <a:rPr lang="en-US" sz="2000"/>
              <a:t>Ensure both VMs can reach each other</a:t>
            </a:r>
          </a:p>
          <a:p>
            <a:r>
              <a:rPr lang="en-US" sz="2000"/>
              <a:t>Verify ability to download tools before isolation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6636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C3C57-FFA3-9957-53CD-9B7C2901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Host-Only Isolation 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86A6-CD1E-F14E-C63A-D651BB10B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b="1"/>
              <a:t>After Tool Installation</a:t>
            </a:r>
            <a:endParaRPr lang="en-US" sz="2000"/>
          </a:p>
          <a:p>
            <a:r>
              <a:rPr lang="en-US" sz="2000"/>
              <a:t>Switched VMs to </a:t>
            </a:r>
            <a:r>
              <a:rPr lang="en-US" sz="2000" b="1"/>
              <a:t>Host-Only Network</a:t>
            </a:r>
            <a:endParaRPr lang="en-US" sz="2000"/>
          </a:p>
          <a:p>
            <a:r>
              <a:rPr lang="en-US" sz="2000"/>
              <a:t>Machines communicate only internally</a:t>
            </a:r>
          </a:p>
          <a:p>
            <a:r>
              <a:rPr lang="en-US" sz="2000"/>
              <a:t>Internet intentionally blocked for safety</a:t>
            </a:r>
          </a:p>
          <a:p>
            <a:endParaRPr lang="en-US" sz="20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C578CF-F3D8-88B8-006F-A7A4D8FBD7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734" y="2484255"/>
            <a:ext cx="4935873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4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DB9A2-55F4-12CD-D49B-9A39F5AC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Internal File Transfer Test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0013-51C1-0228-31F4-281F3CDA0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700" b="1"/>
              <a:t>Goal</a:t>
            </a:r>
            <a:endParaRPr lang="en-US" sz="1700"/>
          </a:p>
          <a:p>
            <a:r>
              <a:rPr lang="en-US" sz="1700"/>
              <a:t>Verify payload delivery method for Phase 2</a:t>
            </a:r>
          </a:p>
          <a:p>
            <a:r>
              <a:rPr lang="en-US" sz="1700"/>
              <a:t>Used Python HTTP server on Kali</a:t>
            </a:r>
          </a:p>
          <a:p>
            <a:r>
              <a:rPr lang="en-US" sz="1700"/>
              <a:t>Windows successfully accessed Kali server</a:t>
            </a:r>
          </a:p>
          <a:p>
            <a:endParaRPr lang="en-US" sz="17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821E18-15A8-9180-96FC-A22BE221BB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291737"/>
            <a:ext cx="10917936" cy="39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30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FB46D-8170-4571-5C0C-32043BDF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Snapshot Creation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E6AFF7-6F02-865B-74F3-703297AAA7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618300"/>
            <a:ext cx="4777381" cy="345165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4786-C482-23AA-3B57-DA0153ADC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b="1" dirty="0"/>
              <a:t>Purpose</a:t>
            </a:r>
            <a:endParaRPr lang="en-US"/>
          </a:p>
          <a:p>
            <a:r>
              <a:rPr lang="en-US" dirty="0"/>
              <a:t>Ensures clean rollback</a:t>
            </a:r>
          </a:p>
          <a:p>
            <a:r>
              <a:rPr lang="en-US" dirty="0"/>
              <a:t>Guarantees reproducible attack &amp; forensics</a:t>
            </a:r>
          </a:p>
          <a:p>
            <a:r>
              <a:rPr lang="en-US" dirty="0"/>
              <a:t>Required for safe incident simulation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8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188BCF-09A1-D93B-AC1C-92575C5D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dirty="0"/>
              <a:t>Phase 1 Summary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2157E-1859-88FB-188D-9AE75A08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Completed in Phase 1</a:t>
            </a:r>
            <a:endParaRPr lang="en-CA" dirty="0"/>
          </a:p>
          <a:p>
            <a:r>
              <a:rPr lang="en-CA" dirty="0"/>
              <a:t>Built isolated VMware forensic lab</a:t>
            </a:r>
          </a:p>
          <a:p>
            <a:r>
              <a:rPr lang="en-CA" dirty="0"/>
              <a:t>Prepared Windows victim with tools &amp; settings</a:t>
            </a:r>
          </a:p>
          <a:p>
            <a:r>
              <a:rPr lang="en-CA" dirty="0"/>
              <a:t>Prepared Kali attacker + forensic machine</a:t>
            </a:r>
          </a:p>
          <a:p>
            <a:r>
              <a:rPr lang="en-CA" dirty="0"/>
              <a:t>Installed Volatility 3, </a:t>
            </a:r>
            <a:r>
              <a:rPr lang="en-CA" dirty="0" err="1"/>
              <a:t>Sysinternals</a:t>
            </a:r>
            <a:r>
              <a:rPr lang="en-CA" dirty="0"/>
              <a:t>, DumpIt, </a:t>
            </a:r>
            <a:r>
              <a:rPr lang="en-CA" dirty="0" err="1"/>
              <a:t>Mimikatz</a:t>
            </a:r>
            <a:endParaRPr lang="en-CA" dirty="0"/>
          </a:p>
          <a:p>
            <a:r>
              <a:rPr lang="en-CA" dirty="0"/>
              <a:t>Verified connectivity + isolation</a:t>
            </a:r>
          </a:p>
          <a:p>
            <a:r>
              <a:rPr lang="en-CA" dirty="0"/>
              <a:t>Took clean snapshots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397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312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Phase 1 Presentation – Environment Setup &amp; Lab Preparation</vt:lpstr>
      <vt:lpstr>Objective of Phase 1</vt:lpstr>
      <vt:lpstr>Architecture and Flow</vt:lpstr>
      <vt:lpstr>Windows Victim Configuration</vt:lpstr>
      <vt:lpstr>Windows Tools Installation</vt:lpstr>
      <vt:lpstr>Kali Linux Setup</vt:lpstr>
      <vt:lpstr>Volatility 3 Installation</vt:lpstr>
      <vt:lpstr>NAT Connectivity Test</vt:lpstr>
      <vt:lpstr>Host-Only Isolation Setup</vt:lpstr>
      <vt:lpstr>Internal File Transfer Test</vt:lpstr>
      <vt:lpstr>Snapshot Creation</vt:lpstr>
      <vt:lpstr>Phase 1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Devarshi Bhupeshbhai Mahadevwala</dc:creator>
  <cp:lastModifiedBy>Devarshi Bhupeshbhai Mahadevwala</cp:lastModifiedBy>
  <cp:revision>5</cp:revision>
  <dcterms:created xsi:type="dcterms:W3CDTF">2025-11-20T17:02:37Z</dcterms:created>
  <dcterms:modified xsi:type="dcterms:W3CDTF">2025-12-15T17:37:05Z</dcterms:modified>
</cp:coreProperties>
</file>