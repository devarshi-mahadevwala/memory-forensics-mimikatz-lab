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21CF5F-C9D9-4508-A0C3-02FCC1A9A80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E49086-9A98-4BFD-9D56-3E3EACDF76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Understand and apply memory acquisition techniques</a:t>
          </a:r>
          <a:endParaRPr lang="en-US"/>
        </a:p>
      </dgm:t>
    </dgm:pt>
    <dgm:pt modelId="{190817B8-E9B1-4E64-8E78-399F0D7329AC}" type="parTrans" cxnId="{954E5068-B883-4FF9-8E1C-AD4DAE347450}">
      <dgm:prSet/>
      <dgm:spPr/>
      <dgm:t>
        <a:bodyPr/>
        <a:lstStyle/>
        <a:p>
          <a:endParaRPr lang="en-US"/>
        </a:p>
      </dgm:t>
    </dgm:pt>
    <dgm:pt modelId="{FBCF24CE-391E-4014-B41C-FD2516CD8942}" type="sibTrans" cxnId="{954E5068-B883-4FF9-8E1C-AD4DAE347450}">
      <dgm:prSet/>
      <dgm:spPr/>
      <dgm:t>
        <a:bodyPr/>
        <a:lstStyle/>
        <a:p>
          <a:endParaRPr lang="en-US"/>
        </a:p>
      </dgm:t>
    </dgm:pt>
    <dgm:pt modelId="{12783F54-6D3A-4E4A-8167-A83F6509B7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Volatility &amp; Rekall to analyze forensic memory dumps</a:t>
          </a:r>
          <a:endParaRPr lang="en-US"/>
        </a:p>
      </dgm:t>
    </dgm:pt>
    <dgm:pt modelId="{2424E424-428E-4E66-93AA-805C19DDD7D1}" type="parTrans" cxnId="{D5F03F79-F883-48B4-BFBB-BB82807DC493}">
      <dgm:prSet/>
      <dgm:spPr/>
      <dgm:t>
        <a:bodyPr/>
        <a:lstStyle/>
        <a:p>
          <a:endParaRPr lang="en-US"/>
        </a:p>
      </dgm:t>
    </dgm:pt>
    <dgm:pt modelId="{200C137A-91A9-444B-8ABB-2502C9138938}" type="sibTrans" cxnId="{D5F03F79-F883-48B4-BFBB-BB82807DC493}">
      <dgm:prSet/>
      <dgm:spPr/>
      <dgm:t>
        <a:bodyPr/>
        <a:lstStyle/>
        <a:p>
          <a:endParaRPr lang="en-US"/>
        </a:p>
      </dgm:t>
    </dgm:pt>
    <dgm:pt modelId="{27849241-0578-47B4-A494-D897AE74AE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Identify suspicious processes, DLL injections, and hidden threads</a:t>
          </a:r>
          <a:endParaRPr lang="en-US"/>
        </a:p>
      </dgm:t>
    </dgm:pt>
    <dgm:pt modelId="{3005C7E3-11F2-437F-B8A8-5EACF68A86AC}" type="parTrans" cxnId="{96B4F6C3-C991-4713-BF4D-C14167995D3C}">
      <dgm:prSet/>
      <dgm:spPr/>
      <dgm:t>
        <a:bodyPr/>
        <a:lstStyle/>
        <a:p>
          <a:endParaRPr lang="en-US"/>
        </a:p>
      </dgm:t>
    </dgm:pt>
    <dgm:pt modelId="{57B74DF4-2AA2-4AEF-BF83-59C9C8269D5B}" type="sibTrans" cxnId="{96B4F6C3-C991-4713-BF4D-C14167995D3C}">
      <dgm:prSet/>
      <dgm:spPr/>
      <dgm:t>
        <a:bodyPr/>
        <a:lstStyle/>
        <a:p>
          <a:endParaRPr lang="en-US"/>
        </a:p>
      </dgm:t>
    </dgm:pt>
    <dgm:pt modelId="{1833BB18-B981-4D60-8C16-D652FED73F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Examine network artifacts for intrusion evidence</a:t>
          </a:r>
          <a:endParaRPr lang="en-US"/>
        </a:p>
      </dgm:t>
    </dgm:pt>
    <dgm:pt modelId="{BA5FA9A1-A40B-4462-8222-72593E1114A2}" type="parTrans" cxnId="{E2FCD4D4-6CFE-4B5E-A0BA-BE702E7DAD76}">
      <dgm:prSet/>
      <dgm:spPr/>
      <dgm:t>
        <a:bodyPr/>
        <a:lstStyle/>
        <a:p>
          <a:endParaRPr lang="en-US"/>
        </a:p>
      </dgm:t>
    </dgm:pt>
    <dgm:pt modelId="{07AE9440-F1C4-49E7-AC4D-CADA3C03656F}" type="sibTrans" cxnId="{E2FCD4D4-6CFE-4B5E-A0BA-BE702E7DAD76}">
      <dgm:prSet/>
      <dgm:spPr/>
      <dgm:t>
        <a:bodyPr/>
        <a:lstStyle/>
        <a:p>
          <a:endParaRPr lang="en-US"/>
        </a:p>
      </dgm:t>
    </dgm:pt>
    <dgm:pt modelId="{23B05C6D-B85E-44F8-9C86-38453D83B6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Extract malware remnants, dumped DLLs, or credentials</a:t>
          </a:r>
          <a:endParaRPr lang="en-US"/>
        </a:p>
      </dgm:t>
    </dgm:pt>
    <dgm:pt modelId="{2BEB7A8C-D914-4E6B-971F-8F4EB1DCEBC7}" type="parTrans" cxnId="{04ECFE24-112C-4E45-8CD3-7D5BFD479B4A}">
      <dgm:prSet/>
      <dgm:spPr/>
      <dgm:t>
        <a:bodyPr/>
        <a:lstStyle/>
        <a:p>
          <a:endParaRPr lang="en-US"/>
        </a:p>
      </dgm:t>
    </dgm:pt>
    <dgm:pt modelId="{91C9BBEE-1754-445F-BCCC-B95E6EAF7FAE}" type="sibTrans" cxnId="{04ECFE24-112C-4E45-8CD3-7D5BFD479B4A}">
      <dgm:prSet/>
      <dgm:spPr/>
      <dgm:t>
        <a:bodyPr/>
        <a:lstStyle/>
        <a:p>
          <a:endParaRPr lang="en-US"/>
        </a:p>
      </dgm:t>
    </dgm:pt>
    <dgm:pt modelId="{C5E6BDCA-BDC1-4B97-BBFE-10C6F98B68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Produce a complete memory forensics report and analysis summary</a:t>
          </a:r>
          <a:endParaRPr lang="en-US"/>
        </a:p>
      </dgm:t>
    </dgm:pt>
    <dgm:pt modelId="{2869A43B-25AA-4B5F-B8F0-423369AE10FC}" type="parTrans" cxnId="{BF427C01-BE19-44AF-A955-940BF2FFA7F8}">
      <dgm:prSet/>
      <dgm:spPr/>
      <dgm:t>
        <a:bodyPr/>
        <a:lstStyle/>
        <a:p>
          <a:endParaRPr lang="en-US"/>
        </a:p>
      </dgm:t>
    </dgm:pt>
    <dgm:pt modelId="{14CAE2BB-CD56-4151-9816-0B5E4D9FA1B3}" type="sibTrans" cxnId="{BF427C01-BE19-44AF-A955-940BF2FFA7F8}">
      <dgm:prSet/>
      <dgm:spPr/>
      <dgm:t>
        <a:bodyPr/>
        <a:lstStyle/>
        <a:p>
          <a:endParaRPr lang="en-US"/>
        </a:p>
      </dgm:t>
    </dgm:pt>
    <dgm:pt modelId="{E5A7743B-A9CF-443A-8C67-A3329D462D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Gain practical experience with volatile memory investigations</a:t>
          </a:r>
          <a:endParaRPr lang="en-US"/>
        </a:p>
      </dgm:t>
    </dgm:pt>
    <dgm:pt modelId="{C318BF8A-5F60-40CA-BD75-80CD927ED709}" type="parTrans" cxnId="{D836D540-1DE3-445F-9487-4AB616C5C61F}">
      <dgm:prSet/>
      <dgm:spPr/>
      <dgm:t>
        <a:bodyPr/>
        <a:lstStyle/>
        <a:p>
          <a:endParaRPr lang="en-US"/>
        </a:p>
      </dgm:t>
    </dgm:pt>
    <dgm:pt modelId="{B9583ED9-52E0-4E16-8847-F5D550B163ED}" type="sibTrans" cxnId="{D836D540-1DE3-445F-9487-4AB616C5C61F}">
      <dgm:prSet/>
      <dgm:spPr/>
      <dgm:t>
        <a:bodyPr/>
        <a:lstStyle/>
        <a:p>
          <a:endParaRPr lang="en-US"/>
        </a:p>
      </dgm:t>
    </dgm:pt>
    <dgm:pt modelId="{A354001D-5B09-491B-B2F1-55848CF91A6E}" type="pres">
      <dgm:prSet presAssocID="{4421CF5F-C9D9-4508-A0C3-02FCC1A9A808}" presName="root" presStyleCnt="0">
        <dgm:presLayoutVars>
          <dgm:dir/>
          <dgm:resizeHandles val="exact"/>
        </dgm:presLayoutVars>
      </dgm:prSet>
      <dgm:spPr/>
    </dgm:pt>
    <dgm:pt modelId="{38282BF1-6AC8-49B2-811B-7014DF50E3E6}" type="pres">
      <dgm:prSet presAssocID="{80E49086-9A98-4BFD-9D56-3E3EACDF76AB}" presName="compNode" presStyleCnt="0"/>
      <dgm:spPr/>
    </dgm:pt>
    <dgm:pt modelId="{0BBB6C0B-9BE6-4FBC-A8CC-6EED8E07FB0C}" type="pres">
      <dgm:prSet presAssocID="{80E49086-9A98-4BFD-9D56-3E3EACDF76AB}" presName="bgRect" presStyleLbl="bgShp" presStyleIdx="0" presStyleCnt="7"/>
      <dgm:spPr/>
    </dgm:pt>
    <dgm:pt modelId="{338B31B1-B286-41C2-8C41-CE87304EA033}" type="pres">
      <dgm:prSet presAssocID="{80E49086-9A98-4BFD-9D56-3E3EACDF76A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FD87172-3F16-4E27-A432-7A993F85DC6B}" type="pres">
      <dgm:prSet presAssocID="{80E49086-9A98-4BFD-9D56-3E3EACDF76AB}" presName="spaceRect" presStyleCnt="0"/>
      <dgm:spPr/>
    </dgm:pt>
    <dgm:pt modelId="{B4986CDE-FCB9-46B4-8C6D-A43565A6577A}" type="pres">
      <dgm:prSet presAssocID="{80E49086-9A98-4BFD-9D56-3E3EACDF76AB}" presName="parTx" presStyleLbl="revTx" presStyleIdx="0" presStyleCnt="7">
        <dgm:presLayoutVars>
          <dgm:chMax val="0"/>
          <dgm:chPref val="0"/>
        </dgm:presLayoutVars>
      </dgm:prSet>
      <dgm:spPr/>
    </dgm:pt>
    <dgm:pt modelId="{507BECBE-61DF-4805-9429-4EF9A5D7D896}" type="pres">
      <dgm:prSet presAssocID="{FBCF24CE-391E-4014-B41C-FD2516CD8942}" presName="sibTrans" presStyleCnt="0"/>
      <dgm:spPr/>
    </dgm:pt>
    <dgm:pt modelId="{33945652-78EC-4633-A732-C1295D1FC445}" type="pres">
      <dgm:prSet presAssocID="{12783F54-6D3A-4E4A-8167-A83F6509B787}" presName="compNode" presStyleCnt="0"/>
      <dgm:spPr/>
    </dgm:pt>
    <dgm:pt modelId="{F863ABEF-ABDA-4DD7-9C1E-9B484A081FBC}" type="pres">
      <dgm:prSet presAssocID="{12783F54-6D3A-4E4A-8167-A83F6509B787}" presName="bgRect" presStyleLbl="bgShp" presStyleIdx="1" presStyleCnt="7"/>
      <dgm:spPr/>
    </dgm:pt>
    <dgm:pt modelId="{D69CB473-6D2D-46B1-8D7B-6759077F1E05}" type="pres">
      <dgm:prSet presAssocID="{12783F54-6D3A-4E4A-8167-A83F6509B78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62E5B9B-FDE3-4012-9E2D-34416DF14CAA}" type="pres">
      <dgm:prSet presAssocID="{12783F54-6D3A-4E4A-8167-A83F6509B787}" presName="spaceRect" presStyleCnt="0"/>
      <dgm:spPr/>
    </dgm:pt>
    <dgm:pt modelId="{6ABDDB57-000E-4C0D-9CFF-BB5E2BE41A12}" type="pres">
      <dgm:prSet presAssocID="{12783F54-6D3A-4E4A-8167-A83F6509B787}" presName="parTx" presStyleLbl="revTx" presStyleIdx="1" presStyleCnt="7">
        <dgm:presLayoutVars>
          <dgm:chMax val="0"/>
          <dgm:chPref val="0"/>
        </dgm:presLayoutVars>
      </dgm:prSet>
      <dgm:spPr/>
    </dgm:pt>
    <dgm:pt modelId="{2235AA03-D303-4187-BB69-B9A2D7B505BA}" type="pres">
      <dgm:prSet presAssocID="{200C137A-91A9-444B-8ABB-2502C9138938}" presName="sibTrans" presStyleCnt="0"/>
      <dgm:spPr/>
    </dgm:pt>
    <dgm:pt modelId="{F26A249C-4759-4B5D-A950-7B694AC1A9C4}" type="pres">
      <dgm:prSet presAssocID="{27849241-0578-47B4-A494-D897AE74AE5F}" presName="compNode" presStyleCnt="0"/>
      <dgm:spPr/>
    </dgm:pt>
    <dgm:pt modelId="{4FC4830E-8784-4C2B-9726-975FDA999DF9}" type="pres">
      <dgm:prSet presAssocID="{27849241-0578-47B4-A494-D897AE74AE5F}" presName="bgRect" presStyleLbl="bgShp" presStyleIdx="2" presStyleCnt="7"/>
      <dgm:spPr/>
    </dgm:pt>
    <dgm:pt modelId="{52596885-8FC4-4132-8AD6-ACD942DEC78D}" type="pres">
      <dgm:prSet presAssocID="{27849241-0578-47B4-A494-D897AE74AE5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21EE2940-D3D7-4872-B277-8293BDE6E403}" type="pres">
      <dgm:prSet presAssocID="{27849241-0578-47B4-A494-D897AE74AE5F}" presName="spaceRect" presStyleCnt="0"/>
      <dgm:spPr/>
    </dgm:pt>
    <dgm:pt modelId="{ACEF0B8C-A7EF-421B-9AA5-91DDFAED6069}" type="pres">
      <dgm:prSet presAssocID="{27849241-0578-47B4-A494-D897AE74AE5F}" presName="parTx" presStyleLbl="revTx" presStyleIdx="2" presStyleCnt="7">
        <dgm:presLayoutVars>
          <dgm:chMax val="0"/>
          <dgm:chPref val="0"/>
        </dgm:presLayoutVars>
      </dgm:prSet>
      <dgm:spPr/>
    </dgm:pt>
    <dgm:pt modelId="{8592E1B4-3C92-4372-844F-6534C50C879F}" type="pres">
      <dgm:prSet presAssocID="{57B74DF4-2AA2-4AEF-BF83-59C9C8269D5B}" presName="sibTrans" presStyleCnt="0"/>
      <dgm:spPr/>
    </dgm:pt>
    <dgm:pt modelId="{3BEB6D89-04AD-4CB0-8822-94519CDC4707}" type="pres">
      <dgm:prSet presAssocID="{1833BB18-B981-4D60-8C16-D652FED73F2C}" presName="compNode" presStyleCnt="0"/>
      <dgm:spPr/>
    </dgm:pt>
    <dgm:pt modelId="{E772E50A-50EE-4175-A59E-2D5EDE57B9CC}" type="pres">
      <dgm:prSet presAssocID="{1833BB18-B981-4D60-8C16-D652FED73F2C}" presName="bgRect" presStyleLbl="bgShp" presStyleIdx="3" presStyleCnt="7"/>
      <dgm:spPr/>
    </dgm:pt>
    <dgm:pt modelId="{36864421-C968-4D17-9ECC-0F77C304787E}" type="pres">
      <dgm:prSet presAssocID="{1833BB18-B981-4D60-8C16-D652FED73F2C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E97B2DA-B420-421F-98FF-735B0A1EF6D1}" type="pres">
      <dgm:prSet presAssocID="{1833BB18-B981-4D60-8C16-D652FED73F2C}" presName="spaceRect" presStyleCnt="0"/>
      <dgm:spPr/>
    </dgm:pt>
    <dgm:pt modelId="{B903D895-1CD8-4934-A87D-CA84A9D84845}" type="pres">
      <dgm:prSet presAssocID="{1833BB18-B981-4D60-8C16-D652FED73F2C}" presName="parTx" presStyleLbl="revTx" presStyleIdx="3" presStyleCnt="7">
        <dgm:presLayoutVars>
          <dgm:chMax val="0"/>
          <dgm:chPref val="0"/>
        </dgm:presLayoutVars>
      </dgm:prSet>
      <dgm:spPr/>
    </dgm:pt>
    <dgm:pt modelId="{77ACCBC5-5DEA-4C12-BE3B-26D2BEDBD3C3}" type="pres">
      <dgm:prSet presAssocID="{07AE9440-F1C4-49E7-AC4D-CADA3C03656F}" presName="sibTrans" presStyleCnt="0"/>
      <dgm:spPr/>
    </dgm:pt>
    <dgm:pt modelId="{6AE10ADD-A57C-463D-9E28-C1B824183D2B}" type="pres">
      <dgm:prSet presAssocID="{23B05C6D-B85E-44F8-9C86-38453D83B6FD}" presName="compNode" presStyleCnt="0"/>
      <dgm:spPr/>
    </dgm:pt>
    <dgm:pt modelId="{0CAA9045-FADC-4819-8E75-25E0671AB766}" type="pres">
      <dgm:prSet presAssocID="{23B05C6D-B85E-44F8-9C86-38453D83B6FD}" presName="bgRect" presStyleLbl="bgShp" presStyleIdx="4" presStyleCnt="7"/>
      <dgm:spPr/>
    </dgm:pt>
    <dgm:pt modelId="{16E10483-4C8E-4D2A-A700-2758C41BD1D7}" type="pres">
      <dgm:prSet presAssocID="{23B05C6D-B85E-44F8-9C86-38453D83B6F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530BCFD5-59D9-483F-9260-EF3E4BEDA9D7}" type="pres">
      <dgm:prSet presAssocID="{23B05C6D-B85E-44F8-9C86-38453D83B6FD}" presName="spaceRect" presStyleCnt="0"/>
      <dgm:spPr/>
    </dgm:pt>
    <dgm:pt modelId="{82E2E1B3-A6E0-497D-8346-6C0424E6B9BC}" type="pres">
      <dgm:prSet presAssocID="{23B05C6D-B85E-44F8-9C86-38453D83B6FD}" presName="parTx" presStyleLbl="revTx" presStyleIdx="4" presStyleCnt="7">
        <dgm:presLayoutVars>
          <dgm:chMax val="0"/>
          <dgm:chPref val="0"/>
        </dgm:presLayoutVars>
      </dgm:prSet>
      <dgm:spPr/>
    </dgm:pt>
    <dgm:pt modelId="{E3F4DCAF-1D3C-4715-AD93-0F5457393472}" type="pres">
      <dgm:prSet presAssocID="{91C9BBEE-1754-445F-BCCC-B95E6EAF7FAE}" presName="sibTrans" presStyleCnt="0"/>
      <dgm:spPr/>
    </dgm:pt>
    <dgm:pt modelId="{95F12218-A5F6-4BA2-95ED-FE99DF9461FF}" type="pres">
      <dgm:prSet presAssocID="{C5E6BDCA-BDC1-4B97-BBFE-10C6F98B68D1}" presName="compNode" presStyleCnt="0"/>
      <dgm:spPr/>
    </dgm:pt>
    <dgm:pt modelId="{E23F9002-F1D0-4B7A-9857-8C79BBC5AB93}" type="pres">
      <dgm:prSet presAssocID="{C5E6BDCA-BDC1-4B97-BBFE-10C6F98B68D1}" presName="bgRect" presStyleLbl="bgShp" presStyleIdx="5" presStyleCnt="7"/>
      <dgm:spPr/>
    </dgm:pt>
    <dgm:pt modelId="{4BCEFF66-2558-48CD-9567-772C78D41349}" type="pres">
      <dgm:prSet presAssocID="{C5E6BDCA-BDC1-4B97-BBFE-10C6F98B68D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ED8F15B-20A1-44CF-B8AE-CF9FFFC0B86C}" type="pres">
      <dgm:prSet presAssocID="{C5E6BDCA-BDC1-4B97-BBFE-10C6F98B68D1}" presName="spaceRect" presStyleCnt="0"/>
      <dgm:spPr/>
    </dgm:pt>
    <dgm:pt modelId="{FA1873E7-C65D-48DE-ADC3-FF0DE31DDB8D}" type="pres">
      <dgm:prSet presAssocID="{C5E6BDCA-BDC1-4B97-BBFE-10C6F98B68D1}" presName="parTx" presStyleLbl="revTx" presStyleIdx="5" presStyleCnt="7">
        <dgm:presLayoutVars>
          <dgm:chMax val="0"/>
          <dgm:chPref val="0"/>
        </dgm:presLayoutVars>
      </dgm:prSet>
      <dgm:spPr/>
    </dgm:pt>
    <dgm:pt modelId="{D9EEAD44-21F3-4541-BCDD-EA56785A9F58}" type="pres">
      <dgm:prSet presAssocID="{14CAE2BB-CD56-4151-9816-0B5E4D9FA1B3}" presName="sibTrans" presStyleCnt="0"/>
      <dgm:spPr/>
    </dgm:pt>
    <dgm:pt modelId="{6D87B158-5568-431B-978D-0D552AACEEDB}" type="pres">
      <dgm:prSet presAssocID="{E5A7743B-A9CF-443A-8C67-A3329D462D7D}" presName="compNode" presStyleCnt="0"/>
      <dgm:spPr/>
    </dgm:pt>
    <dgm:pt modelId="{5A6E135A-CAF4-4140-991C-BC052E429E95}" type="pres">
      <dgm:prSet presAssocID="{E5A7743B-A9CF-443A-8C67-A3329D462D7D}" presName="bgRect" presStyleLbl="bgShp" presStyleIdx="6" presStyleCnt="7"/>
      <dgm:spPr/>
    </dgm:pt>
    <dgm:pt modelId="{5C336763-A17C-42D4-8FB5-81B33961BD76}" type="pres">
      <dgm:prSet presAssocID="{E5A7743B-A9CF-443A-8C67-A3329D462D7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4D5D5062-D3E9-4329-83A5-F8D98A949F1F}" type="pres">
      <dgm:prSet presAssocID="{E5A7743B-A9CF-443A-8C67-A3329D462D7D}" presName="spaceRect" presStyleCnt="0"/>
      <dgm:spPr/>
    </dgm:pt>
    <dgm:pt modelId="{966B1F2B-461E-4AE2-A4E8-9B339B6DA6F8}" type="pres">
      <dgm:prSet presAssocID="{E5A7743B-A9CF-443A-8C67-A3329D462D7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F427C01-BE19-44AF-A955-940BF2FFA7F8}" srcId="{4421CF5F-C9D9-4508-A0C3-02FCC1A9A808}" destId="{C5E6BDCA-BDC1-4B97-BBFE-10C6F98B68D1}" srcOrd="5" destOrd="0" parTransId="{2869A43B-25AA-4B5F-B8F0-423369AE10FC}" sibTransId="{14CAE2BB-CD56-4151-9816-0B5E4D9FA1B3}"/>
    <dgm:cxn modelId="{04ECFE24-112C-4E45-8CD3-7D5BFD479B4A}" srcId="{4421CF5F-C9D9-4508-A0C3-02FCC1A9A808}" destId="{23B05C6D-B85E-44F8-9C86-38453D83B6FD}" srcOrd="4" destOrd="0" parTransId="{2BEB7A8C-D914-4E6B-971F-8F4EB1DCEBC7}" sibTransId="{91C9BBEE-1754-445F-BCCC-B95E6EAF7FAE}"/>
    <dgm:cxn modelId="{D836D540-1DE3-445F-9487-4AB616C5C61F}" srcId="{4421CF5F-C9D9-4508-A0C3-02FCC1A9A808}" destId="{E5A7743B-A9CF-443A-8C67-A3329D462D7D}" srcOrd="6" destOrd="0" parTransId="{C318BF8A-5F60-40CA-BD75-80CD927ED709}" sibTransId="{B9583ED9-52E0-4E16-8847-F5D550B163ED}"/>
    <dgm:cxn modelId="{08111264-6AE8-4F25-A216-6FB6010D0EC0}" type="presOf" srcId="{12783F54-6D3A-4E4A-8167-A83F6509B787}" destId="{6ABDDB57-000E-4C0D-9CFF-BB5E2BE41A12}" srcOrd="0" destOrd="0" presId="urn:microsoft.com/office/officeart/2018/2/layout/IconVerticalSolidList"/>
    <dgm:cxn modelId="{954E5068-B883-4FF9-8E1C-AD4DAE347450}" srcId="{4421CF5F-C9D9-4508-A0C3-02FCC1A9A808}" destId="{80E49086-9A98-4BFD-9D56-3E3EACDF76AB}" srcOrd="0" destOrd="0" parTransId="{190817B8-E9B1-4E64-8E78-399F0D7329AC}" sibTransId="{FBCF24CE-391E-4014-B41C-FD2516CD8942}"/>
    <dgm:cxn modelId="{C276DE49-4403-4336-A4E5-EBB8B49B0F42}" type="presOf" srcId="{4421CF5F-C9D9-4508-A0C3-02FCC1A9A808}" destId="{A354001D-5B09-491B-B2F1-55848CF91A6E}" srcOrd="0" destOrd="0" presId="urn:microsoft.com/office/officeart/2018/2/layout/IconVerticalSolidList"/>
    <dgm:cxn modelId="{D5F03F79-F883-48B4-BFBB-BB82807DC493}" srcId="{4421CF5F-C9D9-4508-A0C3-02FCC1A9A808}" destId="{12783F54-6D3A-4E4A-8167-A83F6509B787}" srcOrd="1" destOrd="0" parTransId="{2424E424-428E-4E66-93AA-805C19DDD7D1}" sibTransId="{200C137A-91A9-444B-8ABB-2502C9138938}"/>
    <dgm:cxn modelId="{12C0D87D-4124-4043-8A15-A1FEBF31402E}" type="presOf" srcId="{80E49086-9A98-4BFD-9D56-3E3EACDF76AB}" destId="{B4986CDE-FCB9-46B4-8C6D-A43565A6577A}" srcOrd="0" destOrd="0" presId="urn:microsoft.com/office/officeart/2018/2/layout/IconVerticalSolidList"/>
    <dgm:cxn modelId="{0CC9CD9E-4E4A-49ED-B791-D909A98A33F9}" type="presOf" srcId="{23B05C6D-B85E-44F8-9C86-38453D83B6FD}" destId="{82E2E1B3-A6E0-497D-8346-6C0424E6B9BC}" srcOrd="0" destOrd="0" presId="urn:microsoft.com/office/officeart/2018/2/layout/IconVerticalSolidList"/>
    <dgm:cxn modelId="{360AE3AE-8EA7-4D49-8DC9-FC26138BBFF3}" type="presOf" srcId="{27849241-0578-47B4-A494-D897AE74AE5F}" destId="{ACEF0B8C-A7EF-421B-9AA5-91DDFAED6069}" srcOrd="0" destOrd="0" presId="urn:microsoft.com/office/officeart/2018/2/layout/IconVerticalSolidList"/>
    <dgm:cxn modelId="{FEAFA1B2-3E3B-4E7C-8130-5F7C8BD51F1F}" type="presOf" srcId="{C5E6BDCA-BDC1-4B97-BBFE-10C6F98B68D1}" destId="{FA1873E7-C65D-48DE-ADC3-FF0DE31DDB8D}" srcOrd="0" destOrd="0" presId="urn:microsoft.com/office/officeart/2018/2/layout/IconVerticalSolidList"/>
    <dgm:cxn modelId="{049897C0-A97E-4E26-B00F-F04A2397BC01}" type="presOf" srcId="{1833BB18-B981-4D60-8C16-D652FED73F2C}" destId="{B903D895-1CD8-4934-A87D-CA84A9D84845}" srcOrd="0" destOrd="0" presId="urn:microsoft.com/office/officeart/2018/2/layout/IconVerticalSolidList"/>
    <dgm:cxn modelId="{96B4F6C3-C991-4713-BF4D-C14167995D3C}" srcId="{4421CF5F-C9D9-4508-A0C3-02FCC1A9A808}" destId="{27849241-0578-47B4-A494-D897AE74AE5F}" srcOrd="2" destOrd="0" parTransId="{3005C7E3-11F2-437F-B8A8-5EACF68A86AC}" sibTransId="{57B74DF4-2AA2-4AEF-BF83-59C9C8269D5B}"/>
    <dgm:cxn modelId="{E2FCD4D4-6CFE-4B5E-A0BA-BE702E7DAD76}" srcId="{4421CF5F-C9D9-4508-A0C3-02FCC1A9A808}" destId="{1833BB18-B981-4D60-8C16-D652FED73F2C}" srcOrd="3" destOrd="0" parTransId="{BA5FA9A1-A40B-4462-8222-72593E1114A2}" sibTransId="{07AE9440-F1C4-49E7-AC4D-CADA3C03656F}"/>
    <dgm:cxn modelId="{2F17AEDA-FF5D-46CD-AC36-DA5188DCB75A}" type="presOf" srcId="{E5A7743B-A9CF-443A-8C67-A3329D462D7D}" destId="{966B1F2B-461E-4AE2-A4E8-9B339B6DA6F8}" srcOrd="0" destOrd="0" presId="urn:microsoft.com/office/officeart/2018/2/layout/IconVerticalSolidList"/>
    <dgm:cxn modelId="{EA538209-48ED-4EAD-A898-394F661A3FA8}" type="presParOf" srcId="{A354001D-5B09-491B-B2F1-55848CF91A6E}" destId="{38282BF1-6AC8-49B2-811B-7014DF50E3E6}" srcOrd="0" destOrd="0" presId="urn:microsoft.com/office/officeart/2018/2/layout/IconVerticalSolidList"/>
    <dgm:cxn modelId="{5E591B63-7CE3-48BD-B96E-13F769CA6E01}" type="presParOf" srcId="{38282BF1-6AC8-49B2-811B-7014DF50E3E6}" destId="{0BBB6C0B-9BE6-4FBC-A8CC-6EED8E07FB0C}" srcOrd="0" destOrd="0" presId="urn:microsoft.com/office/officeart/2018/2/layout/IconVerticalSolidList"/>
    <dgm:cxn modelId="{1C4A7BE1-DAC7-4A79-B580-BC678111927F}" type="presParOf" srcId="{38282BF1-6AC8-49B2-811B-7014DF50E3E6}" destId="{338B31B1-B286-41C2-8C41-CE87304EA033}" srcOrd="1" destOrd="0" presId="urn:microsoft.com/office/officeart/2018/2/layout/IconVerticalSolidList"/>
    <dgm:cxn modelId="{0CFB9265-5A44-4693-8318-3B60E7807A68}" type="presParOf" srcId="{38282BF1-6AC8-49B2-811B-7014DF50E3E6}" destId="{9FD87172-3F16-4E27-A432-7A993F85DC6B}" srcOrd="2" destOrd="0" presId="urn:microsoft.com/office/officeart/2018/2/layout/IconVerticalSolidList"/>
    <dgm:cxn modelId="{52C1AB15-4A8C-4C6E-9296-F6592F826A1E}" type="presParOf" srcId="{38282BF1-6AC8-49B2-811B-7014DF50E3E6}" destId="{B4986CDE-FCB9-46B4-8C6D-A43565A6577A}" srcOrd="3" destOrd="0" presId="urn:microsoft.com/office/officeart/2018/2/layout/IconVerticalSolidList"/>
    <dgm:cxn modelId="{D096B7C2-74B7-45BF-A4F2-E41741C471E3}" type="presParOf" srcId="{A354001D-5B09-491B-B2F1-55848CF91A6E}" destId="{507BECBE-61DF-4805-9429-4EF9A5D7D896}" srcOrd="1" destOrd="0" presId="urn:microsoft.com/office/officeart/2018/2/layout/IconVerticalSolidList"/>
    <dgm:cxn modelId="{64963C5D-63D3-43C3-9F02-54B11B219648}" type="presParOf" srcId="{A354001D-5B09-491B-B2F1-55848CF91A6E}" destId="{33945652-78EC-4633-A732-C1295D1FC445}" srcOrd="2" destOrd="0" presId="urn:microsoft.com/office/officeart/2018/2/layout/IconVerticalSolidList"/>
    <dgm:cxn modelId="{F49CB4EC-3B64-40D2-8824-A4E921675771}" type="presParOf" srcId="{33945652-78EC-4633-A732-C1295D1FC445}" destId="{F863ABEF-ABDA-4DD7-9C1E-9B484A081FBC}" srcOrd="0" destOrd="0" presId="urn:microsoft.com/office/officeart/2018/2/layout/IconVerticalSolidList"/>
    <dgm:cxn modelId="{1BEA0725-9B6A-49F9-88A0-B212AA3CF1B4}" type="presParOf" srcId="{33945652-78EC-4633-A732-C1295D1FC445}" destId="{D69CB473-6D2D-46B1-8D7B-6759077F1E05}" srcOrd="1" destOrd="0" presId="urn:microsoft.com/office/officeart/2018/2/layout/IconVerticalSolidList"/>
    <dgm:cxn modelId="{93EC9D74-550D-4C07-8E16-AFEDF750DADB}" type="presParOf" srcId="{33945652-78EC-4633-A732-C1295D1FC445}" destId="{962E5B9B-FDE3-4012-9E2D-34416DF14CAA}" srcOrd="2" destOrd="0" presId="urn:microsoft.com/office/officeart/2018/2/layout/IconVerticalSolidList"/>
    <dgm:cxn modelId="{891FF423-A7DA-4478-82CF-E21264E88338}" type="presParOf" srcId="{33945652-78EC-4633-A732-C1295D1FC445}" destId="{6ABDDB57-000E-4C0D-9CFF-BB5E2BE41A12}" srcOrd="3" destOrd="0" presId="urn:microsoft.com/office/officeart/2018/2/layout/IconVerticalSolidList"/>
    <dgm:cxn modelId="{47A5450C-0125-4C60-B63C-AB5B434F5094}" type="presParOf" srcId="{A354001D-5B09-491B-B2F1-55848CF91A6E}" destId="{2235AA03-D303-4187-BB69-B9A2D7B505BA}" srcOrd="3" destOrd="0" presId="urn:microsoft.com/office/officeart/2018/2/layout/IconVerticalSolidList"/>
    <dgm:cxn modelId="{D1FC6898-3741-42F6-BA6C-10E1A07F57CC}" type="presParOf" srcId="{A354001D-5B09-491B-B2F1-55848CF91A6E}" destId="{F26A249C-4759-4B5D-A950-7B694AC1A9C4}" srcOrd="4" destOrd="0" presId="urn:microsoft.com/office/officeart/2018/2/layout/IconVerticalSolidList"/>
    <dgm:cxn modelId="{696F713A-B039-4DB9-A7DA-EAE813940EE4}" type="presParOf" srcId="{F26A249C-4759-4B5D-A950-7B694AC1A9C4}" destId="{4FC4830E-8784-4C2B-9726-975FDA999DF9}" srcOrd="0" destOrd="0" presId="urn:microsoft.com/office/officeart/2018/2/layout/IconVerticalSolidList"/>
    <dgm:cxn modelId="{97C79F98-C51C-4BC2-9BC0-657DA3D798D4}" type="presParOf" srcId="{F26A249C-4759-4B5D-A950-7B694AC1A9C4}" destId="{52596885-8FC4-4132-8AD6-ACD942DEC78D}" srcOrd="1" destOrd="0" presId="urn:microsoft.com/office/officeart/2018/2/layout/IconVerticalSolidList"/>
    <dgm:cxn modelId="{F9F1F967-DE26-4AA4-AA20-B263122E003E}" type="presParOf" srcId="{F26A249C-4759-4B5D-A950-7B694AC1A9C4}" destId="{21EE2940-D3D7-4872-B277-8293BDE6E403}" srcOrd="2" destOrd="0" presId="urn:microsoft.com/office/officeart/2018/2/layout/IconVerticalSolidList"/>
    <dgm:cxn modelId="{3A4B4C08-95F7-47D5-A39B-5C6F8A0DAC2A}" type="presParOf" srcId="{F26A249C-4759-4B5D-A950-7B694AC1A9C4}" destId="{ACEF0B8C-A7EF-421B-9AA5-91DDFAED6069}" srcOrd="3" destOrd="0" presId="urn:microsoft.com/office/officeart/2018/2/layout/IconVerticalSolidList"/>
    <dgm:cxn modelId="{5F9EA118-B8BF-4411-9AD1-47D5104B04CF}" type="presParOf" srcId="{A354001D-5B09-491B-B2F1-55848CF91A6E}" destId="{8592E1B4-3C92-4372-844F-6534C50C879F}" srcOrd="5" destOrd="0" presId="urn:microsoft.com/office/officeart/2018/2/layout/IconVerticalSolidList"/>
    <dgm:cxn modelId="{9F4173C8-0F55-4CCD-8847-8F8711E074FA}" type="presParOf" srcId="{A354001D-5B09-491B-B2F1-55848CF91A6E}" destId="{3BEB6D89-04AD-4CB0-8822-94519CDC4707}" srcOrd="6" destOrd="0" presId="urn:microsoft.com/office/officeart/2018/2/layout/IconVerticalSolidList"/>
    <dgm:cxn modelId="{74052EFE-8E78-447C-8337-D93449BE16F0}" type="presParOf" srcId="{3BEB6D89-04AD-4CB0-8822-94519CDC4707}" destId="{E772E50A-50EE-4175-A59E-2D5EDE57B9CC}" srcOrd="0" destOrd="0" presId="urn:microsoft.com/office/officeart/2018/2/layout/IconVerticalSolidList"/>
    <dgm:cxn modelId="{177711BF-B3F2-43BC-918C-0568087DF20D}" type="presParOf" srcId="{3BEB6D89-04AD-4CB0-8822-94519CDC4707}" destId="{36864421-C968-4D17-9ECC-0F77C304787E}" srcOrd="1" destOrd="0" presId="urn:microsoft.com/office/officeart/2018/2/layout/IconVerticalSolidList"/>
    <dgm:cxn modelId="{AC8F1187-BE5A-49F1-9B51-EC5417FBFB41}" type="presParOf" srcId="{3BEB6D89-04AD-4CB0-8822-94519CDC4707}" destId="{2E97B2DA-B420-421F-98FF-735B0A1EF6D1}" srcOrd="2" destOrd="0" presId="urn:microsoft.com/office/officeart/2018/2/layout/IconVerticalSolidList"/>
    <dgm:cxn modelId="{CE0B5D12-57EF-4CA6-A556-F3C3BC11885E}" type="presParOf" srcId="{3BEB6D89-04AD-4CB0-8822-94519CDC4707}" destId="{B903D895-1CD8-4934-A87D-CA84A9D84845}" srcOrd="3" destOrd="0" presId="urn:microsoft.com/office/officeart/2018/2/layout/IconVerticalSolidList"/>
    <dgm:cxn modelId="{02BEE7BA-97FD-4F63-92CC-4D3A04B9FE5E}" type="presParOf" srcId="{A354001D-5B09-491B-B2F1-55848CF91A6E}" destId="{77ACCBC5-5DEA-4C12-BE3B-26D2BEDBD3C3}" srcOrd="7" destOrd="0" presId="urn:microsoft.com/office/officeart/2018/2/layout/IconVerticalSolidList"/>
    <dgm:cxn modelId="{6E6C5B39-610B-494B-8F23-CE3B6819FE46}" type="presParOf" srcId="{A354001D-5B09-491B-B2F1-55848CF91A6E}" destId="{6AE10ADD-A57C-463D-9E28-C1B824183D2B}" srcOrd="8" destOrd="0" presId="urn:microsoft.com/office/officeart/2018/2/layout/IconVerticalSolidList"/>
    <dgm:cxn modelId="{D78FC3B6-DC40-4413-A79F-8AE79B610657}" type="presParOf" srcId="{6AE10ADD-A57C-463D-9E28-C1B824183D2B}" destId="{0CAA9045-FADC-4819-8E75-25E0671AB766}" srcOrd="0" destOrd="0" presId="urn:microsoft.com/office/officeart/2018/2/layout/IconVerticalSolidList"/>
    <dgm:cxn modelId="{67D37A97-4BB8-423D-8ABB-5F60B5D63802}" type="presParOf" srcId="{6AE10ADD-A57C-463D-9E28-C1B824183D2B}" destId="{16E10483-4C8E-4D2A-A700-2758C41BD1D7}" srcOrd="1" destOrd="0" presId="urn:microsoft.com/office/officeart/2018/2/layout/IconVerticalSolidList"/>
    <dgm:cxn modelId="{EB96CA31-2479-4ABC-82D0-5A23F283CE0D}" type="presParOf" srcId="{6AE10ADD-A57C-463D-9E28-C1B824183D2B}" destId="{530BCFD5-59D9-483F-9260-EF3E4BEDA9D7}" srcOrd="2" destOrd="0" presId="urn:microsoft.com/office/officeart/2018/2/layout/IconVerticalSolidList"/>
    <dgm:cxn modelId="{F314CCD8-5297-4506-ABD7-7396FBA0DC0E}" type="presParOf" srcId="{6AE10ADD-A57C-463D-9E28-C1B824183D2B}" destId="{82E2E1B3-A6E0-497D-8346-6C0424E6B9BC}" srcOrd="3" destOrd="0" presId="urn:microsoft.com/office/officeart/2018/2/layout/IconVerticalSolidList"/>
    <dgm:cxn modelId="{A5A0F2E1-DADF-4F2B-910F-2DD0FBB1F6D4}" type="presParOf" srcId="{A354001D-5B09-491B-B2F1-55848CF91A6E}" destId="{E3F4DCAF-1D3C-4715-AD93-0F5457393472}" srcOrd="9" destOrd="0" presId="urn:microsoft.com/office/officeart/2018/2/layout/IconVerticalSolidList"/>
    <dgm:cxn modelId="{F30762FF-B5FF-4665-B016-A320849D2E57}" type="presParOf" srcId="{A354001D-5B09-491B-B2F1-55848CF91A6E}" destId="{95F12218-A5F6-4BA2-95ED-FE99DF9461FF}" srcOrd="10" destOrd="0" presId="urn:microsoft.com/office/officeart/2018/2/layout/IconVerticalSolidList"/>
    <dgm:cxn modelId="{B5831112-53BB-4FF2-8DD4-BBCBA281805A}" type="presParOf" srcId="{95F12218-A5F6-4BA2-95ED-FE99DF9461FF}" destId="{E23F9002-F1D0-4B7A-9857-8C79BBC5AB93}" srcOrd="0" destOrd="0" presId="urn:microsoft.com/office/officeart/2018/2/layout/IconVerticalSolidList"/>
    <dgm:cxn modelId="{AF8AB01B-3A79-40EA-80E2-EB4E902222D8}" type="presParOf" srcId="{95F12218-A5F6-4BA2-95ED-FE99DF9461FF}" destId="{4BCEFF66-2558-48CD-9567-772C78D41349}" srcOrd="1" destOrd="0" presId="urn:microsoft.com/office/officeart/2018/2/layout/IconVerticalSolidList"/>
    <dgm:cxn modelId="{AA82661C-3D94-42EA-82AB-0E92EDE253F3}" type="presParOf" srcId="{95F12218-A5F6-4BA2-95ED-FE99DF9461FF}" destId="{CED8F15B-20A1-44CF-B8AE-CF9FFFC0B86C}" srcOrd="2" destOrd="0" presId="urn:microsoft.com/office/officeart/2018/2/layout/IconVerticalSolidList"/>
    <dgm:cxn modelId="{3296D255-0C0E-4E01-BF37-57888FABB298}" type="presParOf" srcId="{95F12218-A5F6-4BA2-95ED-FE99DF9461FF}" destId="{FA1873E7-C65D-48DE-ADC3-FF0DE31DDB8D}" srcOrd="3" destOrd="0" presId="urn:microsoft.com/office/officeart/2018/2/layout/IconVerticalSolidList"/>
    <dgm:cxn modelId="{427242C8-06EF-47B7-8060-6E568D325BE2}" type="presParOf" srcId="{A354001D-5B09-491B-B2F1-55848CF91A6E}" destId="{D9EEAD44-21F3-4541-BCDD-EA56785A9F58}" srcOrd="11" destOrd="0" presId="urn:microsoft.com/office/officeart/2018/2/layout/IconVerticalSolidList"/>
    <dgm:cxn modelId="{BA79A39A-FFC5-48E9-839C-97657D4689E3}" type="presParOf" srcId="{A354001D-5B09-491B-B2F1-55848CF91A6E}" destId="{6D87B158-5568-431B-978D-0D552AACEEDB}" srcOrd="12" destOrd="0" presId="urn:microsoft.com/office/officeart/2018/2/layout/IconVerticalSolidList"/>
    <dgm:cxn modelId="{B69E519C-DF97-4774-AFC9-D8486C7F18DC}" type="presParOf" srcId="{6D87B158-5568-431B-978D-0D552AACEEDB}" destId="{5A6E135A-CAF4-4140-991C-BC052E429E95}" srcOrd="0" destOrd="0" presId="urn:microsoft.com/office/officeart/2018/2/layout/IconVerticalSolidList"/>
    <dgm:cxn modelId="{0E3E7E57-5D65-411C-8784-AE7FD0AA8C02}" type="presParOf" srcId="{6D87B158-5568-431B-978D-0D552AACEEDB}" destId="{5C336763-A17C-42D4-8FB5-81B33961BD76}" srcOrd="1" destOrd="0" presId="urn:microsoft.com/office/officeart/2018/2/layout/IconVerticalSolidList"/>
    <dgm:cxn modelId="{EFBF6314-E32C-4995-BCF6-1CBEB4CC59CB}" type="presParOf" srcId="{6D87B158-5568-431B-978D-0D552AACEEDB}" destId="{4D5D5062-D3E9-4329-83A5-F8D98A949F1F}" srcOrd="2" destOrd="0" presId="urn:microsoft.com/office/officeart/2018/2/layout/IconVerticalSolidList"/>
    <dgm:cxn modelId="{6266EF1F-4BC8-4029-9DDA-CA50895FD371}" type="presParOf" srcId="{6D87B158-5568-431B-978D-0D552AACEEDB}" destId="{966B1F2B-461E-4AE2-A4E8-9B339B6DA6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91D757-A93C-439D-83FD-6FD27B3E6D0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8DCE42-5957-4099-B7FA-6D7079F3E111}">
      <dgm:prSet/>
      <dgm:spPr/>
      <dgm:t>
        <a:bodyPr/>
        <a:lstStyle/>
        <a:p>
          <a:r>
            <a:rPr lang="en-CA" b="1"/>
            <a:t>1. Memory Capture</a:t>
          </a:r>
          <a:endParaRPr lang="en-US"/>
        </a:p>
      </dgm:t>
    </dgm:pt>
    <dgm:pt modelId="{D98B7476-C4D8-4687-8EBA-BEBBC839E4CC}" type="parTrans" cxnId="{413F1675-0CCE-4EAC-B8E8-1FA4670D1227}">
      <dgm:prSet/>
      <dgm:spPr/>
      <dgm:t>
        <a:bodyPr/>
        <a:lstStyle/>
        <a:p>
          <a:endParaRPr lang="en-US"/>
        </a:p>
      </dgm:t>
    </dgm:pt>
    <dgm:pt modelId="{41FCB5CE-7FD8-48D3-993C-3075C8F11233}" type="sibTrans" cxnId="{413F1675-0CCE-4EAC-B8E8-1FA4670D1227}">
      <dgm:prSet/>
      <dgm:spPr/>
      <dgm:t>
        <a:bodyPr/>
        <a:lstStyle/>
        <a:p>
          <a:endParaRPr lang="en-US"/>
        </a:p>
      </dgm:t>
    </dgm:pt>
    <dgm:pt modelId="{6F9D7C53-0632-4481-B5A4-CFD90A65F36A}">
      <dgm:prSet/>
      <dgm:spPr/>
      <dgm:t>
        <a:bodyPr/>
        <a:lstStyle/>
        <a:p>
          <a:r>
            <a:rPr lang="en-CA"/>
            <a:t>Use tools such as </a:t>
          </a:r>
          <a:r>
            <a:rPr lang="en-CA" b="1"/>
            <a:t>DumpIt</a:t>
          </a:r>
          <a:r>
            <a:rPr lang="en-CA"/>
            <a:t>, </a:t>
          </a:r>
          <a:r>
            <a:rPr lang="en-CA" b="1"/>
            <a:t>FTK Imager</a:t>
          </a:r>
          <a:r>
            <a:rPr lang="en-CA"/>
            <a:t>, or </a:t>
          </a:r>
          <a:r>
            <a:rPr lang="en-CA" b="1"/>
            <a:t>WinPmem</a:t>
          </a:r>
          <a:r>
            <a:rPr lang="en-CA"/>
            <a:t> to acquire a RAM image.</a:t>
          </a:r>
          <a:endParaRPr lang="en-US"/>
        </a:p>
      </dgm:t>
    </dgm:pt>
    <dgm:pt modelId="{2C789285-0699-4197-A259-37DCA866FB9B}" type="parTrans" cxnId="{EBA3F521-0812-44C6-98D8-D40D7CA6B43E}">
      <dgm:prSet/>
      <dgm:spPr/>
      <dgm:t>
        <a:bodyPr/>
        <a:lstStyle/>
        <a:p>
          <a:endParaRPr lang="en-US"/>
        </a:p>
      </dgm:t>
    </dgm:pt>
    <dgm:pt modelId="{BF620EDA-BC6E-4C7C-B53D-3C207023BE92}" type="sibTrans" cxnId="{EBA3F521-0812-44C6-98D8-D40D7CA6B43E}">
      <dgm:prSet/>
      <dgm:spPr/>
      <dgm:t>
        <a:bodyPr/>
        <a:lstStyle/>
        <a:p>
          <a:endParaRPr lang="en-US"/>
        </a:p>
      </dgm:t>
    </dgm:pt>
    <dgm:pt modelId="{1259A75B-8624-43FB-8833-E4427EB53F11}">
      <dgm:prSet/>
      <dgm:spPr/>
      <dgm:t>
        <a:bodyPr/>
        <a:lstStyle/>
        <a:p>
          <a:r>
            <a:rPr lang="en-CA" b="1"/>
            <a:t>2. Process &amp; Thread Analysis</a:t>
          </a:r>
          <a:endParaRPr lang="en-US"/>
        </a:p>
      </dgm:t>
    </dgm:pt>
    <dgm:pt modelId="{B8D23DD2-6216-4DA8-B2B2-3E626889159E}" type="parTrans" cxnId="{5699CC5D-9E06-48D9-AEE9-451F8D3017C5}">
      <dgm:prSet/>
      <dgm:spPr/>
      <dgm:t>
        <a:bodyPr/>
        <a:lstStyle/>
        <a:p>
          <a:endParaRPr lang="en-US"/>
        </a:p>
      </dgm:t>
    </dgm:pt>
    <dgm:pt modelId="{72E3AEA8-F52B-4F37-8F62-9615EE34E59A}" type="sibTrans" cxnId="{5699CC5D-9E06-48D9-AEE9-451F8D3017C5}">
      <dgm:prSet/>
      <dgm:spPr/>
      <dgm:t>
        <a:bodyPr/>
        <a:lstStyle/>
        <a:p>
          <a:endParaRPr lang="en-US"/>
        </a:p>
      </dgm:t>
    </dgm:pt>
    <dgm:pt modelId="{6B90125E-7550-4E5C-9ED2-F33267B45F17}">
      <dgm:prSet/>
      <dgm:spPr/>
      <dgm:t>
        <a:bodyPr/>
        <a:lstStyle/>
        <a:p>
          <a:r>
            <a:rPr lang="en-CA"/>
            <a:t>Identify abnormal processes using Volatility plugins (pslist, psscan, dlllist, handles).</a:t>
          </a:r>
          <a:endParaRPr lang="en-US"/>
        </a:p>
      </dgm:t>
    </dgm:pt>
    <dgm:pt modelId="{17C3A751-E6C3-428E-8515-D1CB9B9BED2E}" type="parTrans" cxnId="{065E098E-19A9-457C-BEA3-FB07C24915B4}">
      <dgm:prSet/>
      <dgm:spPr/>
      <dgm:t>
        <a:bodyPr/>
        <a:lstStyle/>
        <a:p>
          <a:endParaRPr lang="en-US"/>
        </a:p>
      </dgm:t>
    </dgm:pt>
    <dgm:pt modelId="{72E0D17B-546B-4ECD-A459-F88592798765}" type="sibTrans" cxnId="{065E098E-19A9-457C-BEA3-FB07C24915B4}">
      <dgm:prSet/>
      <dgm:spPr/>
      <dgm:t>
        <a:bodyPr/>
        <a:lstStyle/>
        <a:p>
          <a:endParaRPr lang="en-US"/>
        </a:p>
      </dgm:t>
    </dgm:pt>
    <dgm:pt modelId="{C0787A71-D60F-4FD1-A26D-6F86F32CD6F8}">
      <dgm:prSet/>
      <dgm:spPr/>
      <dgm:t>
        <a:bodyPr/>
        <a:lstStyle/>
        <a:p>
          <a:r>
            <a:rPr lang="en-CA" b="1"/>
            <a:t>3. Network Connection Analysis</a:t>
          </a:r>
          <a:endParaRPr lang="en-US"/>
        </a:p>
      </dgm:t>
    </dgm:pt>
    <dgm:pt modelId="{08DA4377-B5DB-486C-820A-49842C1E63CA}" type="parTrans" cxnId="{FE8CB421-BCD4-4AB8-A556-F6E95F7BFFC0}">
      <dgm:prSet/>
      <dgm:spPr/>
      <dgm:t>
        <a:bodyPr/>
        <a:lstStyle/>
        <a:p>
          <a:endParaRPr lang="en-US"/>
        </a:p>
      </dgm:t>
    </dgm:pt>
    <dgm:pt modelId="{728953C2-4EC4-41A3-BC65-F15F2AD12CF3}" type="sibTrans" cxnId="{FE8CB421-BCD4-4AB8-A556-F6E95F7BFFC0}">
      <dgm:prSet/>
      <dgm:spPr/>
      <dgm:t>
        <a:bodyPr/>
        <a:lstStyle/>
        <a:p>
          <a:endParaRPr lang="en-US"/>
        </a:p>
      </dgm:t>
    </dgm:pt>
    <dgm:pt modelId="{4B8B19B9-B86E-49C3-A56F-B115927F5127}">
      <dgm:prSet/>
      <dgm:spPr/>
      <dgm:t>
        <a:bodyPr/>
        <a:lstStyle/>
        <a:p>
          <a:r>
            <a:rPr lang="en-CA"/>
            <a:t>Review live and residual network data (netscan, connscan).</a:t>
          </a:r>
          <a:endParaRPr lang="en-US"/>
        </a:p>
      </dgm:t>
    </dgm:pt>
    <dgm:pt modelId="{3EB56548-D1D5-42D5-9520-8A5E2A9EF7CA}" type="parTrans" cxnId="{095DCD6B-F016-44F4-8FA3-2FE26F6EF54E}">
      <dgm:prSet/>
      <dgm:spPr/>
      <dgm:t>
        <a:bodyPr/>
        <a:lstStyle/>
        <a:p>
          <a:endParaRPr lang="en-US"/>
        </a:p>
      </dgm:t>
    </dgm:pt>
    <dgm:pt modelId="{C274E808-D5CC-4411-A3FD-8536717FFDAD}" type="sibTrans" cxnId="{095DCD6B-F016-44F4-8FA3-2FE26F6EF54E}">
      <dgm:prSet/>
      <dgm:spPr/>
      <dgm:t>
        <a:bodyPr/>
        <a:lstStyle/>
        <a:p>
          <a:endParaRPr lang="en-US"/>
        </a:p>
      </dgm:t>
    </dgm:pt>
    <dgm:pt modelId="{57A0322C-3AD8-4AE4-B457-C65501D94931}">
      <dgm:prSet/>
      <dgm:spPr/>
      <dgm:t>
        <a:bodyPr/>
        <a:lstStyle/>
        <a:p>
          <a:r>
            <a:rPr lang="en-CA" b="1"/>
            <a:t>4. Artifact Extraction</a:t>
          </a:r>
          <a:endParaRPr lang="en-US"/>
        </a:p>
      </dgm:t>
    </dgm:pt>
    <dgm:pt modelId="{A1E3BAAA-3826-45C0-BA42-9A303A350CD8}" type="parTrans" cxnId="{AD8BE7B0-D46F-4DA5-AA87-A52B0DE33545}">
      <dgm:prSet/>
      <dgm:spPr/>
      <dgm:t>
        <a:bodyPr/>
        <a:lstStyle/>
        <a:p>
          <a:endParaRPr lang="en-US"/>
        </a:p>
      </dgm:t>
    </dgm:pt>
    <dgm:pt modelId="{00A35A4D-7D72-4ACC-B73B-DC02916D1576}" type="sibTrans" cxnId="{AD8BE7B0-D46F-4DA5-AA87-A52B0DE33545}">
      <dgm:prSet/>
      <dgm:spPr/>
      <dgm:t>
        <a:bodyPr/>
        <a:lstStyle/>
        <a:p>
          <a:endParaRPr lang="en-US"/>
        </a:p>
      </dgm:t>
    </dgm:pt>
    <dgm:pt modelId="{84B8E95A-E20C-4198-A44F-6E5CBF53DB83}">
      <dgm:prSet/>
      <dgm:spPr/>
      <dgm:t>
        <a:bodyPr/>
        <a:lstStyle/>
        <a:p>
          <a:r>
            <a:rPr lang="en-CA"/>
            <a:t>Extract DLLs, injects, memory dumps, suspicious code segments.</a:t>
          </a:r>
          <a:endParaRPr lang="en-US"/>
        </a:p>
      </dgm:t>
    </dgm:pt>
    <dgm:pt modelId="{3F556361-C591-4458-8CF2-804E11ABEA0F}" type="parTrans" cxnId="{F4D8FAE7-1125-428E-8EDA-D23711921FDF}">
      <dgm:prSet/>
      <dgm:spPr/>
      <dgm:t>
        <a:bodyPr/>
        <a:lstStyle/>
        <a:p>
          <a:endParaRPr lang="en-US"/>
        </a:p>
      </dgm:t>
    </dgm:pt>
    <dgm:pt modelId="{7F05F090-8347-4923-A285-C0E9DD2A79A9}" type="sibTrans" cxnId="{F4D8FAE7-1125-428E-8EDA-D23711921FDF}">
      <dgm:prSet/>
      <dgm:spPr/>
      <dgm:t>
        <a:bodyPr/>
        <a:lstStyle/>
        <a:p>
          <a:endParaRPr lang="en-US"/>
        </a:p>
      </dgm:t>
    </dgm:pt>
    <dgm:pt modelId="{5559F407-BE72-4E3C-9E5C-2728F5F391F8}">
      <dgm:prSet/>
      <dgm:spPr/>
      <dgm:t>
        <a:bodyPr/>
        <a:lstStyle/>
        <a:p>
          <a:r>
            <a:rPr lang="en-CA" b="1"/>
            <a:t>5. Reporting</a:t>
          </a:r>
          <a:endParaRPr lang="en-US"/>
        </a:p>
      </dgm:t>
    </dgm:pt>
    <dgm:pt modelId="{4750CCEB-A883-49C7-A133-506EE5F893FC}" type="parTrans" cxnId="{C745A6CB-8522-42B3-AED4-8CF048C0AD5B}">
      <dgm:prSet/>
      <dgm:spPr/>
      <dgm:t>
        <a:bodyPr/>
        <a:lstStyle/>
        <a:p>
          <a:endParaRPr lang="en-US"/>
        </a:p>
      </dgm:t>
    </dgm:pt>
    <dgm:pt modelId="{98584081-D3FC-4C97-9A39-3C493D88FB96}" type="sibTrans" cxnId="{C745A6CB-8522-42B3-AED4-8CF048C0AD5B}">
      <dgm:prSet/>
      <dgm:spPr/>
      <dgm:t>
        <a:bodyPr/>
        <a:lstStyle/>
        <a:p>
          <a:endParaRPr lang="en-US"/>
        </a:p>
      </dgm:t>
    </dgm:pt>
    <dgm:pt modelId="{F7F2A0E9-BCEC-4B38-9968-1D09ECAC8192}">
      <dgm:prSet/>
      <dgm:spPr/>
      <dgm:t>
        <a:bodyPr/>
        <a:lstStyle/>
        <a:p>
          <a:r>
            <a:rPr lang="en-CA"/>
            <a:t>Create a detailed memory forensics report with evidence, screenshots, and conclusions.</a:t>
          </a:r>
          <a:endParaRPr lang="en-US"/>
        </a:p>
      </dgm:t>
    </dgm:pt>
    <dgm:pt modelId="{6A0CD0A8-ABE0-4EF2-9102-2197DB6B9559}" type="parTrans" cxnId="{5A7FA4B9-D1A2-43D7-BF2E-FE93C68205CF}">
      <dgm:prSet/>
      <dgm:spPr/>
      <dgm:t>
        <a:bodyPr/>
        <a:lstStyle/>
        <a:p>
          <a:endParaRPr lang="en-US"/>
        </a:p>
      </dgm:t>
    </dgm:pt>
    <dgm:pt modelId="{12A0CAF3-A34E-4749-81BC-2156F2F7FFF6}" type="sibTrans" cxnId="{5A7FA4B9-D1A2-43D7-BF2E-FE93C68205CF}">
      <dgm:prSet/>
      <dgm:spPr/>
      <dgm:t>
        <a:bodyPr/>
        <a:lstStyle/>
        <a:p>
          <a:endParaRPr lang="en-US"/>
        </a:p>
      </dgm:t>
    </dgm:pt>
    <dgm:pt modelId="{EB8724D7-5F31-4A8A-9E69-64D9D1CA0876}" type="pres">
      <dgm:prSet presAssocID="{1391D757-A93C-439D-83FD-6FD27B3E6D02}" presName="vert0" presStyleCnt="0">
        <dgm:presLayoutVars>
          <dgm:dir/>
          <dgm:animOne val="branch"/>
          <dgm:animLvl val="lvl"/>
        </dgm:presLayoutVars>
      </dgm:prSet>
      <dgm:spPr/>
    </dgm:pt>
    <dgm:pt modelId="{1D6454B9-2DC9-4DEE-BC2C-5BA47D81ACBB}" type="pres">
      <dgm:prSet presAssocID="{D28DCE42-5957-4099-B7FA-6D7079F3E111}" presName="thickLine" presStyleLbl="alignNode1" presStyleIdx="0" presStyleCnt="10"/>
      <dgm:spPr/>
    </dgm:pt>
    <dgm:pt modelId="{77DEAC08-958E-4CCF-8C36-4AB558D0AAC2}" type="pres">
      <dgm:prSet presAssocID="{D28DCE42-5957-4099-B7FA-6D7079F3E111}" presName="horz1" presStyleCnt="0"/>
      <dgm:spPr/>
    </dgm:pt>
    <dgm:pt modelId="{A9625697-9F4D-4A59-AF30-34B045ED5AAF}" type="pres">
      <dgm:prSet presAssocID="{D28DCE42-5957-4099-B7FA-6D7079F3E111}" presName="tx1" presStyleLbl="revTx" presStyleIdx="0" presStyleCnt="10"/>
      <dgm:spPr/>
    </dgm:pt>
    <dgm:pt modelId="{8F670FF1-A367-4C60-BA60-BC031696BD26}" type="pres">
      <dgm:prSet presAssocID="{D28DCE42-5957-4099-B7FA-6D7079F3E111}" presName="vert1" presStyleCnt="0"/>
      <dgm:spPr/>
    </dgm:pt>
    <dgm:pt modelId="{DBDECBD2-C910-4C4F-A860-62BA7BE5F9AE}" type="pres">
      <dgm:prSet presAssocID="{6F9D7C53-0632-4481-B5A4-CFD90A65F36A}" presName="thickLine" presStyleLbl="alignNode1" presStyleIdx="1" presStyleCnt="10"/>
      <dgm:spPr/>
    </dgm:pt>
    <dgm:pt modelId="{2102FE80-DBDA-478C-B6D9-1DE28A2A34A1}" type="pres">
      <dgm:prSet presAssocID="{6F9D7C53-0632-4481-B5A4-CFD90A65F36A}" presName="horz1" presStyleCnt="0"/>
      <dgm:spPr/>
    </dgm:pt>
    <dgm:pt modelId="{D563C335-25FC-4B5B-A133-285DDDE2221F}" type="pres">
      <dgm:prSet presAssocID="{6F9D7C53-0632-4481-B5A4-CFD90A65F36A}" presName="tx1" presStyleLbl="revTx" presStyleIdx="1" presStyleCnt="10"/>
      <dgm:spPr/>
    </dgm:pt>
    <dgm:pt modelId="{87EB655A-94A0-41C6-B075-60FA3DD94B9B}" type="pres">
      <dgm:prSet presAssocID="{6F9D7C53-0632-4481-B5A4-CFD90A65F36A}" presName="vert1" presStyleCnt="0"/>
      <dgm:spPr/>
    </dgm:pt>
    <dgm:pt modelId="{13F881CA-2E84-4A23-8BD1-B1800AAE7D00}" type="pres">
      <dgm:prSet presAssocID="{1259A75B-8624-43FB-8833-E4427EB53F11}" presName="thickLine" presStyleLbl="alignNode1" presStyleIdx="2" presStyleCnt="10"/>
      <dgm:spPr/>
    </dgm:pt>
    <dgm:pt modelId="{06680BFE-0300-4EBC-934C-39748A7E4653}" type="pres">
      <dgm:prSet presAssocID="{1259A75B-8624-43FB-8833-E4427EB53F11}" presName="horz1" presStyleCnt="0"/>
      <dgm:spPr/>
    </dgm:pt>
    <dgm:pt modelId="{9AB9F2CC-348B-4176-B09D-55D76CF8E0A1}" type="pres">
      <dgm:prSet presAssocID="{1259A75B-8624-43FB-8833-E4427EB53F11}" presName="tx1" presStyleLbl="revTx" presStyleIdx="2" presStyleCnt="10"/>
      <dgm:spPr/>
    </dgm:pt>
    <dgm:pt modelId="{70332421-EBF8-4879-91D2-CD0D15487C5C}" type="pres">
      <dgm:prSet presAssocID="{1259A75B-8624-43FB-8833-E4427EB53F11}" presName="vert1" presStyleCnt="0"/>
      <dgm:spPr/>
    </dgm:pt>
    <dgm:pt modelId="{54106986-7604-4129-8351-076A463967F2}" type="pres">
      <dgm:prSet presAssocID="{6B90125E-7550-4E5C-9ED2-F33267B45F17}" presName="thickLine" presStyleLbl="alignNode1" presStyleIdx="3" presStyleCnt="10"/>
      <dgm:spPr/>
    </dgm:pt>
    <dgm:pt modelId="{B7B73513-F6F4-4D5D-8D00-93790B1F9FB8}" type="pres">
      <dgm:prSet presAssocID="{6B90125E-7550-4E5C-9ED2-F33267B45F17}" presName="horz1" presStyleCnt="0"/>
      <dgm:spPr/>
    </dgm:pt>
    <dgm:pt modelId="{378ED9FB-9F12-4688-B804-6395EA246339}" type="pres">
      <dgm:prSet presAssocID="{6B90125E-7550-4E5C-9ED2-F33267B45F17}" presName="tx1" presStyleLbl="revTx" presStyleIdx="3" presStyleCnt="10"/>
      <dgm:spPr/>
    </dgm:pt>
    <dgm:pt modelId="{756A2F23-507E-44CE-AE2E-6299F7FABA69}" type="pres">
      <dgm:prSet presAssocID="{6B90125E-7550-4E5C-9ED2-F33267B45F17}" presName="vert1" presStyleCnt="0"/>
      <dgm:spPr/>
    </dgm:pt>
    <dgm:pt modelId="{5376FE9E-02BA-4ACC-AD58-E352F39B63EB}" type="pres">
      <dgm:prSet presAssocID="{C0787A71-D60F-4FD1-A26D-6F86F32CD6F8}" presName="thickLine" presStyleLbl="alignNode1" presStyleIdx="4" presStyleCnt="10"/>
      <dgm:spPr/>
    </dgm:pt>
    <dgm:pt modelId="{C146BED6-3A6F-47F9-858C-67F0E8670900}" type="pres">
      <dgm:prSet presAssocID="{C0787A71-D60F-4FD1-A26D-6F86F32CD6F8}" presName="horz1" presStyleCnt="0"/>
      <dgm:spPr/>
    </dgm:pt>
    <dgm:pt modelId="{2FD72EFA-157D-4572-B102-E2E460B5564D}" type="pres">
      <dgm:prSet presAssocID="{C0787A71-D60F-4FD1-A26D-6F86F32CD6F8}" presName="tx1" presStyleLbl="revTx" presStyleIdx="4" presStyleCnt="10"/>
      <dgm:spPr/>
    </dgm:pt>
    <dgm:pt modelId="{CDA95E77-A995-4BAE-9C42-CEF03DCE0558}" type="pres">
      <dgm:prSet presAssocID="{C0787A71-D60F-4FD1-A26D-6F86F32CD6F8}" presName="vert1" presStyleCnt="0"/>
      <dgm:spPr/>
    </dgm:pt>
    <dgm:pt modelId="{471E4017-8286-4B6B-B87A-D2DDA64A5135}" type="pres">
      <dgm:prSet presAssocID="{4B8B19B9-B86E-49C3-A56F-B115927F5127}" presName="thickLine" presStyleLbl="alignNode1" presStyleIdx="5" presStyleCnt="10"/>
      <dgm:spPr/>
    </dgm:pt>
    <dgm:pt modelId="{62C57730-C3AD-402D-B564-6AF02CB87238}" type="pres">
      <dgm:prSet presAssocID="{4B8B19B9-B86E-49C3-A56F-B115927F5127}" presName="horz1" presStyleCnt="0"/>
      <dgm:spPr/>
    </dgm:pt>
    <dgm:pt modelId="{645916A4-FAA3-4DE9-82ED-493E7B02178A}" type="pres">
      <dgm:prSet presAssocID="{4B8B19B9-B86E-49C3-A56F-B115927F5127}" presName="tx1" presStyleLbl="revTx" presStyleIdx="5" presStyleCnt="10"/>
      <dgm:spPr/>
    </dgm:pt>
    <dgm:pt modelId="{D1BBCC47-714A-4381-91C5-8AE6122618B4}" type="pres">
      <dgm:prSet presAssocID="{4B8B19B9-B86E-49C3-A56F-B115927F5127}" presName="vert1" presStyleCnt="0"/>
      <dgm:spPr/>
    </dgm:pt>
    <dgm:pt modelId="{25614D69-7994-42D7-923A-2C485ABBCA98}" type="pres">
      <dgm:prSet presAssocID="{57A0322C-3AD8-4AE4-B457-C65501D94931}" presName="thickLine" presStyleLbl="alignNode1" presStyleIdx="6" presStyleCnt="10"/>
      <dgm:spPr/>
    </dgm:pt>
    <dgm:pt modelId="{2DABC901-96C7-4FDD-B198-723B6F585610}" type="pres">
      <dgm:prSet presAssocID="{57A0322C-3AD8-4AE4-B457-C65501D94931}" presName="horz1" presStyleCnt="0"/>
      <dgm:spPr/>
    </dgm:pt>
    <dgm:pt modelId="{DF6DAD07-65F2-4648-9AEC-472374A3CB7B}" type="pres">
      <dgm:prSet presAssocID="{57A0322C-3AD8-4AE4-B457-C65501D94931}" presName="tx1" presStyleLbl="revTx" presStyleIdx="6" presStyleCnt="10"/>
      <dgm:spPr/>
    </dgm:pt>
    <dgm:pt modelId="{F3A89F84-340E-44DB-9EBB-9B1E24C09E13}" type="pres">
      <dgm:prSet presAssocID="{57A0322C-3AD8-4AE4-B457-C65501D94931}" presName="vert1" presStyleCnt="0"/>
      <dgm:spPr/>
    </dgm:pt>
    <dgm:pt modelId="{0FC51B2D-19CC-4A62-934F-6BB99F537CFF}" type="pres">
      <dgm:prSet presAssocID="{84B8E95A-E20C-4198-A44F-6E5CBF53DB83}" presName="thickLine" presStyleLbl="alignNode1" presStyleIdx="7" presStyleCnt="10"/>
      <dgm:spPr/>
    </dgm:pt>
    <dgm:pt modelId="{4A78A50C-3FF9-488C-A7A8-845BB336F1A8}" type="pres">
      <dgm:prSet presAssocID="{84B8E95A-E20C-4198-A44F-6E5CBF53DB83}" presName="horz1" presStyleCnt="0"/>
      <dgm:spPr/>
    </dgm:pt>
    <dgm:pt modelId="{57BC5279-A205-47BD-A41B-B0E944370204}" type="pres">
      <dgm:prSet presAssocID="{84B8E95A-E20C-4198-A44F-6E5CBF53DB83}" presName="tx1" presStyleLbl="revTx" presStyleIdx="7" presStyleCnt="10"/>
      <dgm:spPr/>
    </dgm:pt>
    <dgm:pt modelId="{D6EE4EA9-9FF5-4A82-B958-F0E3EDF2793C}" type="pres">
      <dgm:prSet presAssocID="{84B8E95A-E20C-4198-A44F-6E5CBF53DB83}" presName="vert1" presStyleCnt="0"/>
      <dgm:spPr/>
    </dgm:pt>
    <dgm:pt modelId="{5CBD808E-C4E2-4872-9918-F09F913457E0}" type="pres">
      <dgm:prSet presAssocID="{5559F407-BE72-4E3C-9E5C-2728F5F391F8}" presName="thickLine" presStyleLbl="alignNode1" presStyleIdx="8" presStyleCnt="10"/>
      <dgm:spPr/>
    </dgm:pt>
    <dgm:pt modelId="{E68AC20F-7C60-4BEA-82F3-E114A5066703}" type="pres">
      <dgm:prSet presAssocID="{5559F407-BE72-4E3C-9E5C-2728F5F391F8}" presName="horz1" presStyleCnt="0"/>
      <dgm:spPr/>
    </dgm:pt>
    <dgm:pt modelId="{9A6AECB8-5DE7-47EE-AFF3-D0C0B7A563C4}" type="pres">
      <dgm:prSet presAssocID="{5559F407-BE72-4E3C-9E5C-2728F5F391F8}" presName="tx1" presStyleLbl="revTx" presStyleIdx="8" presStyleCnt="10"/>
      <dgm:spPr/>
    </dgm:pt>
    <dgm:pt modelId="{EE43512D-4F95-4B99-8461-889AD94C7393}" type="pres">
      <dgm:prSet presAssocID="{5559F407-BE72-4E3C-9E5C-2728F5F391F8}" presName="vert1" presStyleCnt="0"/>
      <dgm:spPr/>
    </dgm:pt>
    <dgm:pt modelId="{2C8002F6-7CD6-4741-A17E-269506FFE171}" type="pres">
      <dgm:prSet presAssocID="{F7F2A0E9-BCEC-4B38-9968-1D09ECAC8192}" presName="thickLine" presStyleLbl="alignNode1" presStyleIdx="9" presStyleCnt="10"/>
      <dgm:spPr/>
    </dgm:pt>
    <dgm:pt modelId="{AEBEFCBD-988F-47BF-8F43-44BA69F5697D}" type="pres">
      <dgm:prSet presAssocID="{F7F2A0E9-BCEC-4B38-9968-1D09ECAC8192}" presName="horz1" presStyleCnt="0"/>
      <dgm:spPr/>
    </dgm:pt>
    <dgm:pt modelId="{7B2776F4-9228-4B09-915E-C9D6373505CA}" type="pres">
      <dgm:prSet presAssocID="{F7F2A0E9-BCEC-4B38-9968-1D09ECAC8192}" presName="tx1" presStyleLbl="revTx" presStyleIdx="9" presStyleCnt="10"/>
      <dgm:spPr/>
    </dgm:pt>
    <dgm:pt modelId="{5F02F4EE-4079-46E5-B012-B7B772B460DA}" type="pres">
      <dgm:prSet presAssocID="{F7F2A0E9-BCEC-4B38-9968-1D09ECAC8192}" presName="vert1" presStyleCnt="0"/>
      <dgm:spPr/>
    </dgm:pt>
  </dgm:ptLst>
  <dgm:cxnLst>
    <dgm:cxn modelId="{2C056B09-56BA-4E93-89E5-6A3D0B081756}" type="presOf" srcId="{4B8B19B9-B86E-49C3-A56F-B115927F5127}" destId="{645916A4-FAA3-4DE9-82ED-493E7B02178A}" srcOrd="0" destOrd="0" presId="urn:microsoft.com/office/officeart/2008/layout/LinedList"/>
    <dgm:cxn modelId="{FE8CB421-BCD4-4AB8-A556-F6E95F7BFFC0}" srcId="{1391D757-A93C-439D-83FD-6FD27B3E6D02}" destId="{C0787A71-D60F-4FD1-A26D-6F86F32CD6F8}" srcOrd="4" destOrd="0" parTransId="{08DA4377-B5DB-486C-820A-49842C1E63CA}" sibTransId="{728953C2-4EC4-41A3-BC65-F15F2AD12CF3}"/>
    <dgm:cxn modelId="{EBA3F521-0812-44C6-98D8-D40D7CA6B43E}" srcId="{1391D757-A93C-439D-83FD-6FD27B3E6D02}" destId="{6F9D7C53-0632-4481-B5A4-CFD90A65F36A}" srcOrd="1" destOrd="0" parTransId="{2C789285-0699-4197-A259-37DCA866FB9B}" sibTransId="{BF620EDA-BC6E-4C7C-B53D-3C207023BE92}"/>
    <dgm:cxn modelId="{5699CC5D-9E06-48D9-AEE9-451F8D3017C5}" srcId="{1391D757-A93C-439D-83FD-6FD27B3E6D02}" destId="{1259A75B-8624-43FB-8833-E4427EB53F11}" srcOrd="2" destOrd="0" parTransId="{B8D23DD2-6216-4DA8-B2B2-3E626889159E}" sibTransId="{72E3AEA8-F52B-4F37-8F62-9615EE34E59A}"/>
    <dgm:cxn modelId="{059AA566-07FF-401F-AD91-15098B89A8D6}" type="presOf" srcId="{6F9D7C53-0632-4481-B5A4-CFD90A65F36A}" destId="{D563C335-25FC-4B5B-A133-285DDDE2221F}" srcOrd="0" destOrd="0" presId="urn:microsoft.com/office/officeart/2008/layout/LinedList"/>
    <dgm:cxn modelId="{095DCD6B-F016-44F4-8FA3-2FE26F6EF54E}" srcId="{1391D757-A93C-439D-83FD-6FD27B3E6D02}" destId="{4B8B19B9-B86E-49C3-A56F-B115927F5127}" srcOrd="5" destOrd="0" parTransId="{3EB56548-D1D5-42D5-9520-8A5E2A9EF7CA}" sibTransId="{C274E808-D5CC-4411-A3FD-8536717FFDAD}"/>
    <dgm:cxn modelId="{E69BBE4E-B698-433E-B5FF-11A59AFA142A}" type="presOf" srcId="{F7F2A0E9-BCEC-4B38-9968-1D09ECAC8192}" destId="{7B2776F4-9228-4B09-915E-C9D6373505CA}" srcOrd="0" destOrd="0" presId="urn:microsoft.com/office/officeart/2008/layout/LinedList"/>
    <dgm:cxn modelId="{413F1675-0CCE-4EAC-B8E8-1FA4670D1227}" srcId="{1391D757-A93C-439D-83FD-6FD27B3E6D02}" destId="{D28DCE42-5957-4099-B7FA-6D7079F3E111}" srcOrd="0" destOrd="0" parTransId="{D98B7476-C4D8-4687-8EBA-BEBBC839E4CC}" sibTransId="{41FCB5CE-7FD8-48D3-993C-3075C8F11233}"/>
    <dgm:cxn modelId="{5CB7FF78-AB7A-407C-9580-14733960CD93}" type="presOf" srcId="{D28DCE42-5957-4099-B7FA-6D7079F3E111}" destId="{A9625697-9F4D-4A59-AF30-34B045ED5AAF}" srcOrd="0" destOrd="0" presId="urn:microsoft.com/office/officeart/2008/layout/LinedList"/>
    <dgm:cxn modelId="{E99B168B-2994-4285-914D-29CCA8C2170C}" type="presOf" srcId="{1259A75B-8624-43FB-8833-E4427EB53F11}" destId="{9AB9F2CC-348B-4176-B09D-55D76CF8E0A1}" srcOrd="0" destOrd="0" presId="urn:microsoft.com/office/officeart/2008/layout/LinedList"/>
    <dgm:cxn modelId="{D5DAB98C-2FE6-43F5-A57E-906AB24EBFCD}" type="presOf" srcId="{C0787A71-D60F-4FD1-A26D-6F86F32CD6F8}" destId="{2FD72EFA-157D-4572-B102-E2E460B5564D}" srcOrd="0" destOrd="0" presId="urn:microsoft.com/office/officeart/2008/layout/LinedList"/>
    <dgm:cxn modelId="{065E098E-19A9-457C-BEA3-FB07C24915B4}" srcId="{1391D757-A93C-439D-83FD-6FD27B3E6D02}" destId="{6B90125E-7550-4E5C-9ED2-F33267B45F17}" srcOrd="3" destOrd="0" parTransId="{17C3A751-E6C3-428E-8515-D1CB9B9BED2E}" sibTransId="{72E0D17B-546B-4ECD-A459-F88592798765}"/>
    <dgm:cxn modelId="{DE65C1AA-5D41-4B96-9ADB-0F48561F1B87}" type="presOf" srcId="{6B90125E-7550-4E5C-9ED2-F33267B45F17}" destId="{378ED9FB-9F12-4688-B804-6395EA246339}" srcOrd="0" destOrd="0" presId="urn:microsoft.com/office/officeart/2008/layout/LinedList"/>
    <dgm:cxn modelId="{9CB26BAE-0D70-4D5E-91B4-E20ADADBA0A9}" type="presOf" srcId="{1391D757-A93C-439D-83FD-6FD27B3E6D02}" destId="{EB8724D7-5F31-4A8A-9E69-64D9D1CA0876}" srcOrd="0" destOrd="0" presId="urn:microsoft.com/office/officeart/2008/layout/LinedList"/>
    <dgm:cxn modelId="{AD8BE7B0-D46F-4DA5-AA87-A52B0DE33545}" srcId="{1391D757-A93C-439D-83FD-6FD27B3E6D02}" destId="{57A0322C-3AD8-4AE4-B457-C65501D94931}" srcOrd="6" destOrd="0" parTransId="{A1E3BAAA-3826-45C0-BA42-9A303A350CD8}" sibTransId="{00A35A4D-7D72-4ACC-B73B-DC02916D1576}"/>
    <dgm:cxn modelId="{05848EB3-CE8C-464B-8938-0D8AF8960EC9}" type="presOf" srcId="{57A0322C-3AD8-4AE4-B457-C65501D94931}" destId="{DF6DAD07-65F2-4648-9AEC-472374A3CB7B}" srcOrd="0" destOrd="0" presId="urn:microsoft.com/office/officeart/2008/layout/LinedList"/>
    <dgm:cxn modelId="{5A7FA4B9-D1A2-43D7-BF2E-FE93C68205CF}" srcId="{1391D757-A93C-439D-83FD-6FD27B3E6D02}" destId="{F7F2A0E9-BCEC-4B38-9968-1D09ECAC8192}" srcOrd="9" destOrd="0" parTransId="{6A0CD0A8-ABE0-4EF2-9102-2197DB6B9559}" sibTransId="{12A0CAF3-A34E-4749-81BC-2156F2F7FFF6}"/>
    <dgm:cxn modelId="{C745A6CB-8522-42B3-AED4-8CF048C0AD5B}" srcId="{1391D757-A93C-439D-83FD-6FD27B3E6D02}" destId="{5559F407-BE72-4E3C-9E5C-2728F5F391F8}" srcOrd="8" destOrd="0" parTransId="{4750CCEB-A883-49C7-A133-506EE5F893FC}" sibTransId="{98584081-D3FC-4C97-9A39-3C493D88FB96}"/>
    <dgm:cxn modelId="{D4770AD0-F930-40A3-BBE0-06BCFA16857C}" type="presOf" srcId="{5559F407-BE72-4E3C-9E5C-2728F5F391F8}" destId="{9A6AECB8-5DE7-47EE-AFF3-D0C0B7A563C4}" srcOrd="0" destOrd="0" presId="urn:microsoft.com/office/officeart/2008/layout/LinedList"/>
    <dgm:cxn modelId="{412671E6-D0D6-49E8-86D8-3F4C1C078973}" type="presOf" srcId="{84B8E95A-E20C-4198-A44F-6E5CBF53DB83}" destId="{57BC5279-A205-47BD-A41B-B0E944370204}" srcOrd="0" destOrd="0" presId="urn:microsoft.com/office/officeart/2008/layout/LinedList"/>
    <dgm:cxn modelId="{F4D8FAE7-1125-428E-8EDA-D23711921FDF}" srcId="{1391D757-A93C-439D-83FD-6FD27B3E6D02}" destId="{84B8E95A-E20C-4198-A44F-6E5CBF53DB83}" srcOrd="7" destOrd="0" parTransId="{3F556361-C591-4458-8CF2-804E11ABEA0F}" sibTransId="{7F05F090-8347-4923-A285-C0E9DD2A79A9}"/>
    <dgm:cxn modelId="{0E094D64-4936-4FAF-8F53-595A08587547}" type="presParOf" srcId="{EB8724D7-5F31-4A8A-9E69-64D9D1CA0876}" destId="{1D6454B9-2DC9-4DEE-BC2C-5BA47D81ACBB}" srcOrd="0" destOrd="0" presId="urn:microsoft.com/office/officeart/2008/layout/LinedList"/>
    <dgm:cxn modelId="{BCD70762-98DB-4C55-8082-22B7CADE9457}" type="presParOf" srcId="{EB8724D7-5F31-4A8A-9E69-64D9D1CA0876}" destId="{77DEAC08-958E-4CCF-8C36-4AB558D0AAC2}" srcOrd="1" destOrd="0" presId="urn:microsoft.com/office/officeart/2008/layout/LinedList"/>
    <dgm:cxn modelId="{AAE9A955-F3F4-4206-A104-BBC2C63EEE19}" type="presParOf" srcId="{77DEAC08-958E-4CCF-8C36-4AB558D0AAC2}" destId="{A9625697-9F4D-4A59-AF30-34B045ED5AAF}" srcOrd="0" destOrd="0" presId="urn:microsoft.com/office/officeart/2008/layout/LinedList"/>
    <dgm:cxn modelId="{2F8B53D4-06B8-45DF-9CB0-4285051D32CA}" type="presParOf" srcId="{77DEAC08-958E-4CCF-8C36-4AB558D0AAC2}" destId="{8F670FF1-A367-4C60-BA60-BC031696BD26}" srcOrd="1" destOrd="0" presId="urn:microsoft.com/office/officeart/2008/layout/LinedList"/>
    <dgm:cxn modelId="{BB761853-E0D3-4C38-BE0E-54DEA3D20C2A}" type="presParOf" srcId="{EB8724D7-5F31-4A8A-9E69-64D9D1CA0876}" destId="{DBDECBD2-C910-4C4F-A860-62BA7BE5F9AE}" srcOrd="2" destOrd="0" presId="urn:microsoft.com/office/officeart/2008/layout/LinedList"/>
    <dgm:cxn modelId="{F6B102B4-45F1-4228-8DF1-67FC048E4AD3}" type="presParOf" srcId="{EB8724D7-5F31-4A8A-9E69-64D9D1CA0876}" destId="{2102FE80-DBDA-478C-B6D9-1DE28A2A34A1}" srcOrd="3" destOrd="0" presId="urn:microsoft.com/office/officeart/2008/layout/LinedList"/>
    <dgm:cxn modelId="{524FA37A-6B38-4205-B45D-764CF7DC0B74}" type="presParOf" srcId="{2102FE80-DBDA-478C-B6D9-1DE28A2A34A1}" destId="{D563C335-25FC-4B5B-A133-285DDDE2221F}" srcOrd="0" destOrd="0" presId="urn:microsoft.com/office/officeart/2008/layout/LinedList"/>
    <dgm:cxn modelId="{5B20C381-AD84-4291-82F2-80ED4BA12D6E}" type="presParOf" srcId="{2102FE80-DBDA-478C-B6D9-1DE28A2A34A1}" destId="{87EB655A-94A0-41C6-B075-60FA3DD94B9B}" srcOrd="1" destOrd="0" presId="urn:microsoft.com/office/officeart/2008/layout/LinedList"/>
    <dgm:cxn modelId="{33738975-3E9D-4643-8E74-64AAD39B518D}" type="presParOf" srcId="{EB8724D7-5F31-4A8A-9E69-64D9D1CA0876}" destId="{13F881CA-2E84-4A23-8BD1-B1800AAE7D00}" srcOrd="4" destOrd="0" presId="urn:microsoft.com/office/officeart/2008/layout/LinedList"/>
    <dgm:cxn modelId="{036A6E7D-2E68-4036-99AA-66F77579AD2A}" type="presParOf" srcId="{EB8724D7-5F31-4A8A-9E69-64D9D1CA0876}" destId="{06680BFE-0300-4EBC-934C-39748A7E4653}" srcOrd="5" destOrd="0" presId="urn:microsoft.com/office/officeart/2008/layout/LinedList"/>
    <dgm:cxn modelId="{A14D2964-7771-40DE-AF3E-D61B2D059548}" type="presParOf" srcId="{06680BFE-0300-4EBC-934C-39748A7E4653}" destId="{9AB9F2CC-348B-4176-B09D-55D76CF8E0A1}" srcOrd="0" destOrd="0" presId="urn:microsoft.com/office/officeart/2008/layout/LinedList"/>
    <dgm:cxn modelId="{01AF3FEE-1BE8-4A6C-9988-2D6DF1C49A5A}" type="presParOf" srcId="{06680BFE-0300-4EBC-934C-39748A7E4653}" destId="{70332421-EBF8-4879-91D2-CD0D15487C5C}" srcOrd="1" destOrd="0" presId="urn:microsoft.com/office/officeart/2008/layout/LinedList"/>
    <dgm:cxn modelId="{9EBC3CA2-9587-47F9-B86D-E30F22602AA5}" type="presParOf" srcId="{EB8724D7-5F31-4A8A-9E69-64D9D1CA0876}" destId="{54106986-7604-4129-8351-076A463967F2}" srcOrd="6" destOrd="0" presId="urn:microsoft.com/office/officeart/2008/layout/LinedList"/>
    <dgm:cxn modelId="{6E7E023E-A558-4901-888D-E675DFF6AD67}" type="presParOf" srcId="{EB8724D7-5F31-4A8A-9E69-64D9D1CA0876}" destId="{B7B73513-F6F4-4D5D-8D00-93790B1F9FB8}" srcOrd="7" destOrd="0" presId="urn:microsoft.com/office/officeart/2008/layout/LinedList"/>
    <dgm:cxn modelId="{2B7AD5E0-B834-4124-9143-81F79CA2CD06}" type="presParOf" srcId="{B7B73513-F6F4-4D5D-8D00-93790B1F9FB8}" destId="{378ED9FB-9F12-4688-B804-6395EA246339}" srcOrd="0" destOrd="0" presId="urn:microsoft.com/office/officeart/2008/layout/LinedList"/>
    <dgm:cxn modelId="{1CC85244-FC40-4720-AF3E-8B80A5E9F09A}" type="presParOf" srcId="{B7B73513-F6F4-4D5D-8D00-93790B1F9FB8}" destId="{756A2F23-507E-44CE-AE2E-6299F7FABA69}" srcOrd="1" destOrd="0" presId="urn:microsoft.com/office/officeart/2008/layout/LinedList"/>
    <dgm:cxn modelId="{3D3671D0-05A8-40E1-8701-5BAA5E9C064B}" type="presParOf" srcId="{EB8724D7-5F31-4A8A-9E69-64D9D1CA0876}" destId="{5376FE9E-02BA-4ACC-AD58-E352F39B63EB}" srcOrd="8" destOrd="0" presId="urn:microsoft.com/office/officeart/2008/layout/LinedList"/>
    <dgm:cxn modelId="{95F31912-DC7C-471E-90F8-253EF5265B44}" type="presParOf" srcId="{EB8724D7-5F31-4A8A-9E69-64D9D1CA0876}" destId="{C146BED6-3A6F-47F9-858C-67F0E8670900}" srcOrd="9" destOrd="0" presId="urn:microsoft.com/office/officeart/2008/layout/LinedList"/>
    <dgm:cxn modelId="{9ADFB12F-33BC-489D-BC84-4FD58A95A419}" type="presParOf" srcId="{C146BED6-3A6F-47F9-858C-67F0E8670900}" destId="{2FD72EFA-157D-4572-B102-E2E460B5564D}" srcOrd="0" destOrd="0" presId="urn:microsoft.com/office/officeart/2008/layout/LinedList"/>
    <dgm:cxn modelId="{A7658592-B8F4-49E6-9577-F3C3B50F2D28}" type="presParOf" srcId="{C146BED6-3A6F-47F9-858C-67F0E8670900}" destId="{CDA95E77-A995-4BAE-9C42-CEF03DCE0558}" srcOrd="1" destOrd="0" presId="urn:microsoft.com/office/officeart/2008/layout/LinedList"/>
    <dgm:cxn modelId="{8886AEE8-9593-432A-8E34-5B9A7BD9E68C}" type="presParOf" srcId="{EB8724D7-5F31-4A8A-9E69-64D9D1CA0876}" destId="{471E4017-8286-4B6B-B87A-D2DDA64A5135}" srcOrd="10" destOrd="0" presId="urn:microsoft.com/office/officeart/2008/layout/LinedList"/>
    <dgm:cxn modelId="{1DF3D1D2-B648-4076-B923-313B4F2D075A}" type="presParOf" srcId="{EB8724D7-5F31-4A8A-9E69-64D9D1CA0876}" destId="{62C57730-C3AD-402D-B564-6AF02CB87238}" srcOrd="11" destOrd="0" presId="urn:microsoft.com/office/officeart/2008/layout/LinedList"/>
    <dgm:cxn modelId="{852709D6-F85A-4B0B-BC32-8F0B8962181B}" type="presParOf" srcId="{62C57730-C3AD-402D-B564-6AF02CB87238}" destId="{645916A4-FAA3-4DE9-82ED-493E7B02178A}" srcOrd="0" destOrd="0" presId="urn:microsoft.com/office/officeart/2008/layout/LinedList"/>
    <dgm:cxn modelId="{B3928DA6-55A4-4307-A65C-0068E9608B91}" type="presParOf" srcId="{62C57730-C3AD-402D-B564-6AF02CB87238}" destId="{D1BBCC47-714A-4381-91C5-8AE6122618B4}" srcOrd="1" destOrd="0" presId="urn:microsoft.com/office/officeart/2008/layout/LinedList"/>
    <dgm:cxn modelId="{73254BB6-CC50-4B5E-A6E1-2DAE872B0096}" type="presParOf" srcId="{EB8724D7-5F31-4A8A-9E69-64D9D1CA0876}" destId="{25614D69-7994-42D7-923A-2C485ABBCA98}" srcOrd="12" destOrd="0" presId="urn:microsoft.com/office/officeart/2008/layout/LinedList"/>
    <dgm:cxn modelId="{1A97F837-5FF3-433C-AF6F-580978DF8103}" type="presParOf" srcId="{EB8724D7-5F31-4A8A-9E69-64D9D1CA0876}" destId="{2DABC901-96C7-4FDD-B198-723B6F585610}" srcOrd="13" destOrd="0" presId="urn:microsoft.com/office/officeart/2008/layout/LinedList"/>
    <dgm:cxn modelId="{C1884B1D-B731-4A83-A458-7796639443DB}" type="presParOf" srcId="{2DABC901-96C7-4FDD-B198-723B6F585610}" destId="{DF6DAD07-65F2-4648-9AEC-472374A3CB7B}" srcOrd="0" destOrd="0" presId="urn:microsoft.com/office/officeart/2008/layout/LinedList"/>
    <dgm:cxn modelId="{DA346B5C-FEF4-401D-9EA6-D24314F04A88}" type="presParOf" srcId="{2DABC901-96C7-4FDD-B198-723B6F585610}" destId="{F3A89F84-340E-44DB-9EBB-9B1E24C09E13}" srcOrd="1" destOrd="0" presId="urn:microsoft.com/office/officeart/2008/layout/LinedList"/>
    <dgm:cxn modelId="{E19DE084-8F59-4025-8E6F-3215C54F9770}" type="presParOf" srcId="{EB8724D7-5F31-4A8A-9E69-64D9D1CA0876}" destId="{0FC51B2D-19CC-4A62-934F-6BB99F537CFF}" srcOrd="14" destOrd="0" presId="urn:microsoft.com/office/officeart/2008/layout/LinedList"/>
    <dgm:cxn modelId="{89D6727C-8F7E-410C-AAF2-1D481EA44165}" type="presParOf" srcId="{EB8724D7-5F31-4A8A-9E69-64D9D1CA0876}" destId="{4A78A50C-3FF9-488C-A7A8-845BB336F1A8}" srcOrd="15" destOrd="0" presId="urn:microsoft.com/office/officeart/2008/layout/LinedList"/>
    <dgm:cxn modelId="{6B580230-D51F-4819-9B85-82AF9813CE9A}" type="presParOf" srcId="{4A78A50C-3FF9-488C-A7A8-845BB336F1A8}" destId="{57BC5279-A205-47BD-A41B-B0E944370204}" srcOrd="0" destOrd="0" presId="urn:microsoft.com/office/officeart/2008/layout/LinedList"/>
    <dgm:cxn modelId="{A62BCF79-C8A7-45B1-80D5-A79F856E6930}" type="presParOf" srcId="{4A78A50C-3FF9-488C-A7A8-845BB336F1A8}" destId="{D6EE4EA9-9FF5-4A82-B958-F0E3EDF2793C}" srcOrd="1" destOrd="0" presId="urn:microsoft.com/office/officeart/2008/layout/LinedList"/>
    <dgm:cxn modelId="{449E88C3-AA37-450D-A547-C91BC9A97B01}" type="presParOf" srcId="{EB8724D7-5F31-4A8A-9E69-64D9D1CA0876}" destId="{5CBD808E-C4E2-4872-9918-F09F913457E0}" srcOrd="16" destOrd="0" presId="urn:microsoft.com/office/officeart/2008/layout/LinedList"/>
    <dgm:cxn modelId="{9FF466CB-3599-41AE-882A-E06355192C25}" type="presParOf" srcId="{EB8724D7-5F31-4A8A-9E69-64D9D1CA0876}" destId="{E68AC20F-7C60-4BEA-82F3-E114A5066703}" srcOrd="17" destOrd="0" presId="urn:microsoft.com/office/officeart/2008/layout/LinedList"/>
    <dgm:cxn modelId="{1CA2151F-F6C4-45D9-A551-E48A3A45DD5B}" type="presParOf" srcId="{E68AC20F-7C60-4BEA-82F3-E114A5066703}" destId="{9A6AECB8-5DE7-47EE-AFF3-D0C0B7A563C4}" srcOrd="0" destOrd="0" presId="urn:microsoft.com/office/officeart/2008/layout/LinedList"/>
    <dgm:cxn modelId="{80FBB824-8A39-495F-9D04-CCD3841DBA80}" type="presParOf" srcId="{E68AC20F-7C60-4BEA-82F3-E114A5066703}" destId="{EE43512D-4F95-4B99-8461-889AD94C7393}" srcOrd="1" destOrd="0" presId="urn:microsoft.com/office/officeart/2008/layout/LinedList"/>
    <dgm:cxn modelId="{B13A7489-72F4-4FE7-9D44-FD39E25255DF}" type="presParOf" srcId="{EB8724D7-5F31-4A8A-9E69-64D9D1CA0876}" destId="{2C8002F6-7CD6-4741-A17E-269506FFE171}" srcOrd="18" destOrd="0" presId="urn:microsoft.com/office/officeart/2008/layout/LinedList"/>
    <dgm:cxn modelId="{D0C9C1F3-8D9F-42FE-9700-8E9289CCDE68}" type="presParOf" srcId="{EB8724D7-5F31-4A8A-9E69-64D9D1CA0876}" destId="{AEBEFCBD-988F-47BF-8F43-44BA69F5697D}" srcOrd="19" destOrd="0" presId="urn:microsoft.com/office/officeart/2008/layout/LinedList"/>
    <dgm:cxn modelId="{0531796B-989D-4A95-862E-66D7E19928FF}" type="presParOf" srcId="{AEBEFCBD-988F-47BF-8F43-44BA69F5697D}" destId="{7B2776F4-9228-4B09-915E-C9D6373505CA}" srcOrd="0" destOrd="0" presId="urn:microsoft.com/office/officeart/2008/layout/LinedList"/>
    <dgm:cxn modelId="{17ACAB34-0C77-4861-91C4-F554A59E8CD4}" type="presParOf" srcId="{AEBEFCBD-988F-47BF-8F43-44BA69F5697D}" destId="{5F02F4EE-4079-46E5-B012-B7B772B460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C44D7F-AF34-4339-ACBA-7B2C482BD7B3}" type="doc">
      <dgm:prSet loTypeId="urn:microsoft.com/office/officeart/2016/7/layout/VerticalSolidActionLis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B0F04DD-9FC6-4C0C-8797-333905387AF9}">
      <dgm:prSet/>
      <dgm:spPr/>
      <dgm:t>
        <a:bodyPr/>
        <a:lstStyle/>
        <a:p>
          <a:r>
            <a:rPr lang="en-US"/>
            <a:t>Setting</a:t>
          </a:r>
        </a:p>
      </dgm:t>
    </dgm:pt>
    <dgm:pt modelId="{331750A0-5FA1-4BBE-895F-65006CA9F519}" type="parTrans" cxnId="{5E3615CA-584C-45CF-9813-182C2FEA08EB}">
      <dgm:prSet/>
      <dgm:spPr/>
      <dgm:t>
        <a:bodyPr/>
        <a:lstStyle/>
        <a:p>
          <a:endParaRPr lang="en-US"/>
        </a:p>
      </dgm:t>
    </dgm:pt>
    <dgm:pt modelId="{E6D1776F-DEF3-45A9-8D1A-0EF347B4513D}" type="sibTrans" cxnId="{5E3615CA-584C-45CF-9813-182C2FEA08EB}">
      <dgm:prSet/>
      <dgm:spPr/>
      <dgm:t>
        <a:bodyPr/>
        <a:lstStyle/>
        <a:p>
          <a:endParaRPr lang="en-US"/>
        </a:p>
      </dgm:t>
    </dgm:pt>
    <dgm:pt modelId="{A85CD6E1-D0DB-4ECC-828E-0D82691FD709}">
      <dgm:prSet/>
      <dgm:spPr/>
      <dgm:t>
        <a:bodyPr/>
        <a:lstStyle/>
        <a:p>
          <a:r>
            <a:rPr lang="en-US" dirty="0"/>
            <a:t>Setting Up a Lab Environment</a:t>
          </a:r>
          <a:br>
            <a:rPr lang="en-US" dirty="0"/>
          </a:br>
          <a:r>
            <a:rPr lang="en-US" dirty="0"/>
            <a:t>Creating an attacker VM and a Windows victim VM for controlled testing.</a:t>
          </a:r>
        </a:p>
      </dgm:t>
    </dgm:pt>
    <dgm:pt modelId="{856C3084-0206-4BEB-AC0D-7E2C3DA4D4C3}" type="parTrans" cxnId="{D3161D61-F458-469A-8498-605F6E31AF4E}">
      <dgm:prSet/>
      <dgm:spPr/>
      <dgm:t>
        <a:bodyPr/>
        <a:lstStyle/>
        <a:p>
          <a:endParaRPr lang="en-US"/>
        </a:p>
      </dgm:t>
    </dgm:pt>
    <dgm:pt modelId="{863E2210-E1A0-4AAB-8D6F-2560077540A8}" type="sibTrans" cxnId="{D3161D61-F458-469A-8498-605F6E31AF4E}">
      <dgm:prSet/>
      <dgm:spPr/>
      <dgm:t>
        <a:bodyPr/>
        <a:lstStyle/>
        <a:p>
          <a:endParaRPr lang="en-US"/>
        </a:p>
      </dgm:t>
    </dgm:pt>
    <dgm:pt modelId="{05BCD38D-3A38-4BE6-A463-A18E0376AEDA}">
      <dgm:prSet/>
      <dgm:spPr/>
      <dgm:t>
        <a:bodyPr/>
        <a:lstStyle/>
        <a:p>
          <a:r>
            <a:rPr lang="en-US"/>
            <a:t>Executing</a:t>
          </a:r>
        </a:p>
      </dgm:t>
    </dgm:pt>
    <dgm:pt modelId="{1A295DF6-C2D1-406B-B5FE-FB1B867A7FD9}" type="parTrans" cxnId="{E869BB2B-9F0F-4A8D-81CA-A718AFF8A889}">
      <dgm:prSet/>
      <dgm:spPr/>
      <dgm:t>
        <a:bodyPr/>
        <a:lstStyle/>
        <a:p>
          <a:endParaRPr lang="en-US"/>
        </a:p>
      </dgm:t>
    </dgm:pt>
    <dgm:pt modelId="{58057A30-CE25-494E-A986-A3996C77EFA0}" type="sibTrans" cxnId="{E869BB2B-9F0F-4A8D-81CA-A718AFF8A889}">
      <dgm:prSet/>
      <dgm:spPr/>
      <dgm:t>
        <a:bodyPr/>
        <a:lstStyle/>
        <a:p>
          <a:endParaRPr lang="en-US"/>
        </a:p>
      </dgm:t>
    </dgm:pt>
    <dgm:pt modelId="{9DD2173E-6709-49A6-8771-3C73F0BFE166}">
      <dgm:prSet/>
      <dgm:spPr/>
      <dgm:t>
        <a:bodyPr/>
        <a:lstStyle/>
        <a:p>
          <a:r>
            <a:rPr lang="en-US"/>
            <a:t>Executing a Credential-Theft Attack</a:t>
          </a:r>
          <a:br>
            <a:rPr lang="en-US"/>
          </a:br>
          <a:r>
            <a:rPr lang="en-US"/>
            <a:t>Running a Mimikatz attack on the victim machine to dump passwords and authentication data from memory.</a:t>
          </a:r>
        </a:p>
      </dgm:t>
    </dgm:pt>
    <dgm:pt modelId="{434B0EC0-3A35-4BA0-8F4C-B3AF9DA6A0E2}" type="parTrans" cxnId="{F8890D43-9E66-4D34-9A24-C60DF8EEA5A1}">
      <dgm:prSet/>
      <dgm:spPr/>
      <dgm:t>
        <a:bodyPr/>
        <a:lstStyle/>
        <a:p>
          <a:endParaRPr lang="en-US"/>
        </a:p>
      </dgm:t>
    </dgm:pt>
    <dgm:pt modelId="{AE014AB0-25D9-4ED6-B1D8-90EA5FC5EBA3}" type="sibTrans" cxnId="{F8890D43-9E66-4D34-9A24-C60DF8EEA5A1}">
      <dgm:prSet/>
      <dgm:spPr/>
      <dgm:t>
        <a:bodyPr/>
        <a:lstStyle/>
        <a:p>
          <a:endParaRPr lang="en-US"/>
        </a:p>
      </dgm:t>
    </dgm:pt>
    <dgm:pt modelId="{29C7C547-14B2-4511-B02D-01F1B1F4200A}">
      <dgm:prSet/>
      <dgm:spPr/>
      <dgm:t>
        <a:bodyPr/>
        <a:lstStyle/>
        <a:p>
          <a:r>
            <a:rPr lang="en-US"/>
            <a:t>Capturing</a:t>
          </a:r>
        </a:p>
      </dgm:t>
    </dgm:pt>
    <dgm:pt modelId="{B64B2F37-550D-4362-ACED-F22FA4DC9C29}" type="parTrans" cxnId="{1E504881-1AA0-44B4-9BF0-D0E81C3DF90C}">
      <dgm:prSet/>
      <dgm:spPr/>
      <dgm:t>
        <a:bodyPr/>
        <a:lstStyle/>
        <a:p>
          <a:endParaRPr lang="en-US"/>
        </a:p>
      </dgm:t>
    </dgm:pt>
    <dgm:pt modelId="{85794EB9-652F-44C6-8A90-808B71A50FBF}" type="sibTrans" cxnId="{1E504881-1AA0-44B4-9BF0-D0E81C3DF90C}">
      <dgm:prSet/>
      <dgm:spPr/>
      <dgm:t>
        <a:bodyPr/>
        <a:lstStyle/>
        <a:p>
          <a:endParaRPr lang="en-US"/>
        </a:p>
      </dgm:t>
    </dgm:pt>
    <dgm:pt modelId="{AAAD10E3-5B27-4952-8D16-A98828E77AEA}">
      <dgm:prSet/>
      <dgm:spPr/>
      <dgm:t>
        <a:bodyPr/>
        <a:lstStyle/>
        <a:p>
          <a:r>
            <a:rPr lang="en-US"/>
            <a:t>Capturing the System’s RAM</a:t>
          </a:r>
          <a:br>
            <a:rPr lang="en-US"/>
          </a:br>
          <a:r>
            <a:rPr lang="en-US"/>
            <a:t>Using DumpIt or FTK Imager to acquire a full memory image immediately after the attack.</a:t>
          </a:r>
        </a:p>
      </dgm:t>
    </dgm:pt>
    <dgm:pt modelId="{33781952-2561-4027-97C9-AC0BC6AC09CC}" type="parTrans" cxnId="{D7990FD0-77A7-4D7B-AB82-538AF396A0A3}">
      <dgm:prSet/>
      <dgm:spPr/>
      <dgm:t>
        <a:bodyPr/>
        <a:lstStyle/>
        <a:p>
          <a:endParaRPr lang="en-US"/>
        </a:p>
      </dgm:t>
    </dgm:pt>
    <dgm:pt modelId="{BBEDB0EB-8BB6-4B79-94ED-121D086386B4}" type="sibTrans" cxnId="{D7990FD0-77A7-4D7B-AB82-538AF396A0A3}">
      <dgm:prSet/>
      <dgm:spPr/>
      <dgm:t>
        <a:bodyPr/>
        <a:lstStyle/>
        <a:p>
          <a:endParaRPr lang="en-US"/>
        </a:p>
      </dgm:t>
    </dgm:pt>
    <dgm:pt modelId="{9235B1E6-1C78-49E1-BAFF-306433A002BB}">
      <dgm:prSet/>
      <dgm:spPr/>
      <dgm:t>
        <a:bodyPr/>
        <a:lstStyle/>
        <a:p>
          <a:r>
            <a:rPr lang="en-US"/>
            <a:t>Performing</a:t>
          </a:r>
        </a:p>
      </dgm:t>
    </dgm:pt>
    <dgm:pt modelId="{2B467D4F-8A25-4CD6-8917-360DA0DDB1D3}" type="parTrans" cxnId="{5CD34281-822F-42D7-BAC3-8D80D704418E}">
      <dgm:prSet/>
      <dgm:spPr/>
      <dgm:t>
        <a:bodyPr/>
        <a:lstStyle/>
        <a:p>
          <a:endParaRPr lang="en-US"/>
        </a:p>
      </dgm:t>
    </dgm:pt>
    <dgm:pt modelId="{970FBE16-AC39-4FDE-A982-1E20490162B0}" type="sibTrans" cxnId="{5CD34281-822F-42D7-BAC3-8D80D704418E}">
      <dgm:prSet/>
      <dgm:spPr/>
      <dgm:t>
        <a:bodyPr/>
        <a:lstStyle/>
        <a:p>
          <a:endParaRPr lang="en-US"/>
        </a:p>
      </dgm:t>
    </dgm:pt>
    <dgm:pt modelId="{A96B2CBC-34D3-48A0-9A7B-E408F8ED0883}">
      <dgm:prSet/>
      <dgm:spPr/>
      <dgm:t>
        <a:bodyPr/>
        <a:lstStyle/>
        <a:p>
          <a:endParaRPr lang="en-US" dirty="0"/>
        </a:p>
        <a:p>
          <a:r>
            <a:rPr lang="en-US" dirty="0"/>
            <a:t>Performing Memory Forensics</a:t>
          </a:r>
          <a:br>
            <a:rPr lang="en-US" dirty="0"/>
          </a:br>
          <a:r>
            <a:rPr lang="en-US" dirty="0"/>
            <a:t>Analyzing the RAM dump with Volatility and </a:t>
          </a:r>
          <a:r>
            <a:rPr lang="en-US" dirty="0" err="1"/>
            <a:t>Rekall</a:t>
          </a:r>
          <a:r>
            <a:rPr lang="en-US" dirty="0"/>
            <a:t> to identify:</a:t>
          </a:r>
          <a:br>
            <a:rPr lang="en-US" dirty="0"/>
          </a:br>
          <a:r>
            <a:rPr lang="en-US" dirty="0"/>
            <a:t>• Suspicious processes and threads</a:t>
          </a:r>
          <a:br>
            <a:rPr lang="en-US" dirty="0"/>
          </a:br>
          <a:r>
            <a:rPr lang="en-US" dirty="0"/>
            <a:t>• Injected code</a:t>
          </a:r>
          <a:br>
            <a:rPr lang="en-US" dirty="0"/>
          </a:br>
          <a:r>
            <a:rPr lang="en-US" dirty="0"/>
            <a:t>• Extracted credentials</a:t>
          </a:r>
          <a:br>
            <a:rPr lang="en-US" dirty="0"/>
          </a:br>
          <a:endParaRPr lang="en-US" dirty="0"/>
        </a:p>
      </dgm:t>
    </dgm:pt>
    <dgm:pt modelId="{B8FBFE96-430E-48DB-BF62-7AA57F414F2C}" type="parTrans" cxnId="{3DD3AA40-A4DF-44D2-8366-60DFD0AF0E71}">
      <dgm:prSet/>
      <dgm:spPr/>
      <dgm:t>
        <a:bodyPr/>
        <a:lstStyle/>
        <a:p>
          <a:endParaRPr lang="en-US"/>
        </a:p>
      </dgm:t>
    </dgm:pt>
    <dgm:pt modelId="{74F64416-D0D9-4A07-B569-DEC031AD33FC}" type="sibTrans" cxnId="{3DD3AA40-A4DF-44D2-8366-60DFD0AF0E71}">
      <dgm:prSet/>
      <dgm:spPr/>
      <dgm:t>
        <a:bodyPr/>
        <a:lstStyle/>
        <a:p>
          <a:endParaRPr lang="en-US"/>
        </a:p>
      </dgm:t>
    </dgm:pt>
    <dgm:pt modelId="{F55F71ED-D272-45FD-B705-4D1EEAA718AC}">
      <dgm:prSet/>
      <dgm:spPr/>
      <dgm:t>
        <a:bodyPr/>
        <a:lstStyle/>
        <a:p>
          <a:r>
            <a:rPr lang="en-US"/>
            <a:t>Documenting</a:t>
          </a:r>
        </a:p>
      </dgm:t>
    </dgm:pt>
    <dgm:pt modelId="{ED0F099B-10BF-4F1A-8E1C-9B2639F71DB0}" type="parTrans" cxnId="{DC29F080-17A1-456F-89D3-4427F40732C4}">
      <dgm:prSet/>
      <dgm:spPr/>
      <dgm:t>
        <a:bodyPr/>
        <a:lstStyle/>
        <a:p>
          <a:endParaRPr lang="en-US"/>
        </a:p>
      </dgm:t>
    </dgm:pt>
    <dgm:pt modelId="{13973864-79E9-442F-83CB-3B2B4B84954D}" type="sibTrans" cxnId="{DC29F080-17A1-456F-89D3-4427F40732C4}">
      <dgm:prSet/>
      <dgm:spPr/>
      <dgm:t>
        <a:bodyPr/>
        <a:lstStyle/>
        <a:p>
          <a:endParaRPr lang="en-US"/>
        </a:p>
      </dgm:t>
    </dgm:pt>
    <dgm:pt modelId="{90B330F1-E847-4DA5-B606-5E6FEFE4AFFF}">
      <dgm:prSet/>
      <dgm:spPr/>
      <dgm:t>
        <a:bodyPr/>
        <a:lstStyle/>
        <a:p>
          <a:r>
            <a:rPr lang="en-US"/>
            <a:t>Documenting Findings</a:t>
          </a:r>
          <a:br>
            <a:rPr lang="en-US"/>
          </a:br>
          <a:r>
            <a:rPr lang="en-US"/>
            <a:t>Creating a detailed forensic report containing evidence, screenshots, attack timeline, and final conclusions.</a:t>
          </a:r>
        </a:p>
      </dgm:t>
    </dgm:pt>
    <dgm:pt modelId="{88768E7F-9934-45BE-A15A-9D8F9AF6A344}" type="parTrans" cxnId="{069415F1-44F1-467A-B9DA-101AC3D14035}">
      <dgm:prSet/>
      <dgm:spPr/>
      <dgm:t>
        <a:bodyPr/>
        <a:lstStyle/>
        <a:p>
          <a:endParaRPr lang="en-US"/>
        </a:p>
      </dgm:t>
    </dgm:pt>
    <dgm:pt modelId="{53D38A6A-9F2F-43E9-80A4-1190D18747D9}" type="sibTrans" cxnId="{069415F1-44F1-467A-B9DA-101AC3D14035}">
      <dgm:prSet/>
      <dgm:spPr/>
      <dgm:t>
        <a:bodyPr/>
        <a:lstStyle/>
        <a:p>
          <a:endParaRPr lang="en-US"/>
        </a:p>
      </dgm:t>
    </dgm:pt>
    <dgm:pt modelId="{34CF284F-342D-4EB5-ACE2-2C328D5A0752}" type="pres">
      <dgm:prSet presAssocID="{C5C44D7F-AF34-4339-ACBA-7B2C482BD7B3}" presName="Name0" presStyleCnt="0">
        <dgm:presLayoutVars>
          <dgm:dir/>
          <dgm:animLvl val="lvl"/>
          <dgm:resizeHandles val="exact"/>
        </dgm:presLayoutVars>
      </dgm:prSet>
      <dgm:spPr/>
    </dgm:pt>
    <dgm:pt modelId="{9250EE30-C461-44DC-B5C2-BDC88D769C15}" type="pres">
      <dgm:prSet presAssocID="{EB0F04DD-9FC6-4C0C-8797-333905387AF9}" presName="linNode" presStyleCnt="0"/>
      <dgm:spPr/>
    </dgm:pt>
    <dgm:pt modelId="{FC922230-C32A-47AE-9206-614D4B2879E0}" type="pres">
      <dgm:prSet presAssocID="{EB0F04DD-9FC6-4C0C-8797-333905387AF9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1338D497-92DB-424A-A25C-EA2D447FA155}" type="pres">
      <dgm:prSet presAssocID="{EB0F04DD-9FC6-4C0C-8797-333905387AF9}" presName="descendantText" presStyleLbl="alignAccFollowNode1" presStyleIdx="0" presStyleCnt="5">
        <dgm:presLayoutVars>
          <dgm:bulletEnabled/>
        </dgm:presLayoutVars>
      </dgm:prSet>
      <dgm:spPr/>
    </dgm:pt>
    <dgm:pt modelId="{FBF690E5-BF0C-4051-97FD-696E3013CA2E}" type="pres">
      <dgm:prSet presAssocID="{E6D1776F-DEF3-45A9-8D1A-0EF347B4513D}" presName="sp" presStyleCnt="0"/>
      <dgm:spPr/>
    </dgm:pt>
    <dgm:pt modelId="{F901184C-9824-4FAC-A832-9F67ABE669DA}" type="pres">
      <dgm:prSet presAssocID="{05BCD38D-3A38-4BE6-A463-A18E0376AEDA}" presName="linNode" presStyleCnt="0"/>
      <dgm:spPr/>
    </dgm:pt>
    <dgm:pt modelId="{7B0199F4-D812-456D-A270-01DF0C7A48FD}" type="pres">
      <dgm:prSet presAssocID="{05BCD38D-3A38-4BE6-A463-A18E0376AEDA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B8779956-A10F-4663-8627-BD1FF0CAF8C8}" type="pres">
      <dgm:prSet presAssocID="{05BCD38D-3A38-4BE6-A463-A18E0376AEDA}" presName="descendantText" presStyleLbl="alignAccFollowNode1" presStyleIdx="1" presStyleCnt="5">
        <dgm:presLayoutVars>
          <dgm:bulletEnabled/>
        </dgm:presLayoutVars>
      </dgm:prSet>
      <dgm:spPr/>
    </dgm:pt>
    <dgm:pt modelId="{2214BE4D-A4FF-493A-AB25-BD22E9623341}" type="pres">
      <dgm:prSet presAssocID="{58057A30-CE25-494E-A986-A3996C77EFA0}" presName="sp" presStyleCnt="0"/>
      <dgm:spPr/>
    </dgm:pt>
    <dgm:pt modelId="{9F76B0A2-B682-44AE-B5E3-880100344928}" type="pres">
      <dgm:prSet presAssocID="{29C7C547-14B2-4511-B02D-01F1B1F4200A}" presName="linNode" presStyleCnt="0"/>
      <dgm:spPr/>
    </dgm:pt>
    <dgm:pt modelId="{A9BDACD7-B0F7-4CCA-929B-FD5A7D3DA36D}" type="pres">
      <dgm:prSet presAssocID="{29C7C547-14B2-4511-B02D-01F1B1F4200A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1C5C5379-2F8D-4082-94A7-1BA826AB3B17}" type="pres">
      <dgm:prSet presAssocID="{29C7C547-14B2-4511-B02D-01F1B1F4200A}" presName="descendantText" presStyleLbl="alignAccFollowNode1" presStyleIdx="2" presStyleCnt="5">
        <dgm:presLayoutVars>
          <dgm:bulletEnabled/>
        </dgm:presLayoutVars>
      </dgm:prSet>
      <dgm:spPr/>
    </dgm:pt>
    <dgm:pt modelId="{ADC4E385-FD53-4684-ADA1-F9CAD8DE31AD}" type="pres">
      <dgm:prSet presAssocID="{85794EB9-652F-44C6-8A90-808B71A50FBF}" presName="sp" presStyleCnt="0"/>
      <dgm:spPr/>
    </dgm:pt>
    <dgm:pt modelId="{BD85FFCD-DD55-4BB5-9125-ECB6680DE641}" type="pres">
      <dgm:prSet presAssocID="{9235B1E6-1C78-49E1-BAFF-306433A002BB}" presName="linNode" presStyleCnt="0"/>
      <dgm:spPr/>
    </dgm:pt>
    <dgm:pt modelId="{58825CDE-D870-4DE0-BAFE-9A71879F5BC9}" type="pres">
      <dgm:prSet presAssocID="{9235B1E6-1C78-49E1-BAFF-306433A002BB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4C83C076-36F8-4BB2-9A45-416AFF3E0616}" type="pres">
      <dgm:prSet presAssocID="{9235B1E6-1C78-49E1-BAFF-306433A002BB}" presName="descendantText" presStyleLbl="alignAccFollowNode1" presStyleIdx="3" presStyleCnt="5">
        <dgm:presLayoutVars>
          <dgm:bulletEnabled/>
        </dgm:presLayoutVars>
      </dgm:prSet>
      <dgm:spPr/>
    </dgm:pt>
    <dgm:pt modelId="{17A9DF64-9323-45FF-9CF8-D02F6DD6CE08}" type="pres">
      <dgm:prSet presAssocID="{970FBE16-AC39-4FDE-A982-1E20490162B0}" presName="sp" presStyleCnt="0"/>
      <dgm:spPr/>
    </dgm:pt>
    <dgm:pt modelId="{96582D95-9040-4FC5-9C7D-8BB41C914E46}" type="pres">
      <dgm:prSet presAssocID="{F55F71ED-D272-45FD-B705-4D1EEAA718AC}" presName="linNode" presStyleCnt="0"/>
      <dgm:spPr/>
    </dgm:pt>
    <dgm:pt modelId="{65BAF8F4-1E2D-4FBA-8EEB-D7CB495D20B8}" type="pres">
      <dgm:prSet presAssocID="{F55F71ED-D272-45FD-B705-4D1EEAA718AC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0B146FA9-2AB2-4753-9BAA-0B28894399F5}" type="pres">
      <dgm:prSet presAssocID="{F55F71ED-D272-45FD-B705-4D1EEAA718AC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E869BB2B-9F0F-4A8D-81CA-A718AFF8A889}" srcId="{C5C44D7F-AF34-4339-ACBA-7B2C482BD7B3}" destId="{05BCD38D-3A38-4BE6-A463-A18E0376AEDA}" srcOrd="1" destOrd="0" parTransId="{1A295DF6-C2D1-406B-B5FE-FB1B867A7FD9}" sibTransId="{58057A30-CE25-494E-A986-A3996C77EFA0}"/>
    <dgm:cxn modelId="{3DD3AA40-A4DF-44D2-8366-60DFD0AF0E71}" srcId="{9235B1E6-1C78-49E1-BAFF-306433A002BB}" destId="{A96B2CBC-34D3-48A0-9A7B-E408F8ED0883}" srcOrd="0" destOrd="0" parTransId="{B8FBFE96-430E-48DB-BF62-7AA57F414F2C}" sibTransId="{74F64416-D0D9-4A07-B569-DEC031AD33FC}"/>
    <dgm:cxn modelId="{D3161D61-F458-469A-8498-605F6E31AF4E}" srcId="{EB0F04DD-9FC6-4C0C-8797-333905387AF9}" destId="{A85CD6E1-D0DB-4ECC-828E-0D82691FD709}" srcOrd="0" destOrd="0" parTransId="{856C3084-0206-4BEB-AC0D-7E2C3DA4D4C3}" sibTransId="{863E2210-E1A0-4AAB-8D6F-2560077540A8}"/>
    <dgm:cxn modelId="{E4345741-C717-4F4D-9D11-31408DE4CD88}" type="presOf" srcId="{A85CD6E1-D0DB-4ECC-828E-0D82691FD709}" destId="{1338D497-92DB-424A-A25C-EA2D447FA155}" srcOrd="0" destOrd="0" presId="urn:microsoft.com/office/officeart/2016/7/layout/VerticalSolidActionList"/>
    <dgm:cxn modelId="{F8890D43-9E66-4D34-9A24-C60DF8EEA5A1}" srcId="{05BCD38D-3A38-4BE6-A463-A18E0376AEDA}" destId="{9DD2173E-6709-49A6-8771-3C73F0BFE166}" srcOrd="0" destOrd="0" parTransId="{434B0EC0-3A35-4BA0-8F4C-B3AF9DA6A0E2}" sibTransId="{AE014AB0-25D9-4ED6-B1D8-90EA5FC5EBA3}"/>
    <dgm:cxn modelId="{98996869-3769-4AAB-B1F1-0718A1BA6043}" type="presOf" srcId="{C5C44D7F-AF34-4339-ACBA-7B2C482BD7B3}" destId="{34CF284F-342D-4EB5-ACE2-2C328D5A0752}" srcOrd="0" destOrd="0" presId="urn:microsoft.com/office/officeart/2016/7/layout/VerticalSolidActionList"/>
    <dgm:cxn modelId="{4DDDB06F-81A1-4F4B-91BC-614C2A18BC00}" type="presOf" srcId="{F55F71ED-D272-45FD-B705-4D1EEAA718AC}" destId="{65BAF8F4-1E2D-4FBA-8EEB-D7CB495D20B8}" srcOrd="0" destOrd="0" presId="urn:microsoft.com/office/officeart/2016/7/layout/VerticalSolidActionList"/>
    <dgm:cxn modelId="{884E5E5A-27AE-43CA-838B-B9C200655D95}" type="presOf" srcId="{05BCD38D-3A38-4BE6-A463-A18E0376AEDA}" destId="{7B0199F4-D812-456D-A270-01DF0C7A48FD}" srcOrd="0" destOrd="0" presId="urn:microsoft.com/office/officeart/2016/7/layout/VerticalSolidActionList"/>
    <dgm:cxn modelId="{942AEE7F-0221-4A41-B1F2-17C4BFC26650}" type="presOf" srcId="{9235B1E6-1C78-49E1-BAFF-306433A002BB}" destId="{58825CDE-D870-4DE0-BAFE-9A71879F5BC9}" srcOrd="0" destOrd="0" presId="urn:microsoft.com/office/officeart/2016/7/layout/VerticalSolidActionList"/>
    <dgm:cxn modelId="{DC29F080-17A1-456F-89D3-4427F40732C4}" srcId="{C5C44D7F-AF34-4339-ACBA-7B2C482BD7B3}" destId="{F55F71ED-D272-45FD-B705-4D1EEAA718AC}" srcOrd="4" destOrd="0" parTransId="{ED0F099B-10BF-4F1A-8E1C-9B2639F71DB0}" sibTransId="{13973864-79E9-442F-83CB-3B2B4B84954D}"/>
    <dgm:cxn modelId="{5CD34281-822F-42D7-BAC3-8D80D704418E}" srcId="{C5C44D7F-AF34-4339-ACBA-7B2C482BD7B3}" destId="{9235B1E6-1C78-49E1-BAFF-306433A002BB}" srcOrd="3" destOrd="0" parTransId="{2B467D4F-8A25-4CD6-8917-360DA0DDB1D3}" sibTransId="{970FBE16-AC39-4FDE-A982-1E20490162B0}"/>
    <dgm:cxn modelId="{1E504881-1AA0-44B4-9BF0-D0E81C3DF90C}" srcId="{C5C44D7F-AF34-4339-ACBA-7B2C482BD7B3}" destId="{29C7C547-14B2-4511-B02D-01F1B1F4200A}" srcOrd="2" destOrd="0" parTransId="{B64B2F37-550D-4362-ACED-F22FA4DC9C29}" sibTransId="{85794EB9-652F-44C6-8A90-808B71A50FBF}"/>
    <dgm:cxn modelId="{EDD065B2-EB8D-487F-85FE-67F87A22774D}" type="presOf" srcId="{EB0F04DD-9FC6-4C0C-8797-333905387AF9}" destId="{FC922230-C32A-47AE-9206-614D4B2879E0}" srcOrd="0" destOrd="0" presId="urn:microsoft.com/office/officeart/2016/7/layout/VerticalSolidActionList"/>
    <dgm:cxn modelId="{1C324BB8-687D-4EDE-B95D-B90ECA88945B}" type="presOf" srcId="{90B330F1-E847-4DA5-B606-5E6FEFE4AFFF}" destId="{0B146FA9-2AB2-4753-9BAA-0B28894399F5}" srcOrd="0" destOrd="0" presId="urn:microsoft.com/office/officeart/2016/7/layout/VerticalSolidActionList"/>
    <dgm:cxn modelId="{99A09CBA-1F8F-4264-A09B-E9DFD40B5D7E}" type="presOf" srcId="{A96B2CBC-34D3-48A0-9A7B-E408F8ED0883}" destId="{4C83C076-36F8-4BB2-9A45-416AFF3E0616}" srcOrd="0" destOrd="0" presId="urn:microsoft.com/office/officeart/2016/7/layout/VerticalSolidActionList"/>
    <dgm:cxn modelId="{90D611C1-12DE-4BE2-AD57-36B5173E7E76}" type="presOf" srcId="{9DD2173E-6709-49A6-8771-3C73F0BFE166}" destId="{B8779956-A10F-4663-8627-BD1FF0CAF8C8}" srcOrd="0" destOrd="0" presId="urn:microsoft.com/office/officeart/2016/7/layout/VerticalSolidActionList"/>
    <dgm:cxn modelId="{5E3615CA-584C-45CF-9813-182C2FEA08EB}" srcId="{C5C44D7F-AF34-4339-ACBA-7B2C482BD7B3}" destId="{EB0F04DD-9FC6-4C0C-8797-333905387AF9}" srcOrd="0" destOrd="0" parTransId="{331750A0-5FA1-4BBE-895F-65006CA9F519}" sibTransId="{E6D1776F-DEF3-45A9-8D1A-0EF347B4513D}"/>
    <dgm:cxn modelId="{D7990FD0-77A7-4D7B-AB82-538AF396A0A3}" srcId="{29C7C547-14B2-4511-B02D-01F1B1F4200A}" destId="{AAAD10E3-5B27-4952-8D16-A98828E77AEA}" srcOrd="0" destOrd="0" parTransId="{33781952-2561-4027-97C9-AC0BC6AC09CC}" sibTransId="{BBEDB0EB-8BB6-4B79-94ED-121D086386B4}"/>
    <dgm:cxn modelId="{67FA82D8-0FC3-4AE6-A154-AFF25D46A991}" type="presOf" srcId="{29C7C547-14B2-4511-B02D-01F1B1F4200A}" destId="{A9BDACD7-B0F7-4CCA-929B-FD5A7D3DA36D}" srcOrd="0" destOrd="0" presId="urn:microsoft.com/office/officeart/2016/7/layout/VerticalSolidActionList"/>
    <dgm:cxn modelId="{B07C36DC-492E-4D86-B665-6A7ADF197B3A}" type="presOf" srcId="{AAAD10E3-5B27-4952-8D16-A98828E77AEA}" destId="{1C5C5379-2F8D-4082-94A7-1BA826AB3B17}" srcOrd="0" destOrd="0" presId="urn:microsoft.com/office/officeart/2016/7/layout/VerticalSolidActionList"/>
    <dgm:cxn modelId="{069415F1-44F1-467A-B9DA-101AC3D14035}" srcId="{F55F71ED-D272-45FD-B705-4D1EEAA718AC}" destId="{90B330F1-E847-4DA5-B606-5E6FEFE4AFFF}" srcOrd="0" destOrd="0" parTransId="{88768E7F-9934-45BE-A15A-9D8F9AF6A344}" sibTransId="{53D38A6A-9F2F-43E9-80A4-1190D18747D9}"/>
    <dgm:cxn modelId="{6A3C17C9-683C-4D20-A6A9-A620FD7F57BD}" type="presParOf" srcId="{34CF284F-342D-4EB5-ACE2-2C328D5A0752}" destId="{9250EE30-C461-44DC-B5C2-BDC88D769C15}" srcOrd="0" destOrd="0" presId="urn:microsoft.com/office/officeart/2016/7/layout/VerticalSolidActionList"/>
    <dgm:cxn modelId="{8FE7D175-8DB2-4DA7-AA8B-71797694B75E}" type="presParOf" srcId="{9250EE30-C461-44DC-B5C2-BDC88D769C15}" destId="{FC922230-C32A-47AE-9206-614D4B2879E0}" srcOrd="0" destOrd="0" presId="urn:microsoft.com/office/officeart/2016/7/layout/VerticalSolidActionList"/>
    <dgm:cxn modelId="{58579FCB-A128-43AB-AA16-6DFB38F0A95C}" type="presParOf" srcId="{9250EE30-C461-44DC-B5C2-BDC88D769C15}" destId="{1338D497-92DB-424A-A25C-EA2D447FA155}" srcOrd="1" destOrd="0" presId="urn:microsoft.com/office/officeart/2016/7/layout/VerticalSolidActionList"/>
    <dgm:cxn modelId="{1798FD0C-92B6-4D96-AD7F-F511061335FD}" type="presParOf" srcId="{34CF284F-342D-4EB5-ACE2-2C328D5A0752}" destId="{FBF690E5-BF0C-4051-97FD-696E3013CA2E}" srcOrd="1" destOrd="0" presId="urn:microsoft.com/office/officeart/2016/7/layout/VerticalSolidActionList"/>
    <dgm:cxn modelId="{A373FEBA-80B9-4F88-B3E0-630CD62C8C2D}" type="presParOf" srcId="{34CF284F-342D-4EB5-ACE2-2C328D5A0752}" destId="{F901184C-9824-4FAC-A832-9F67ABE669DA}" srcOrd="2" destOrd="0" presId="urn:microsoft.com/office/officeart/2016/7/layout/VerticalSolidActionList"/>
    <dgm:cxn modelId="{E973CB69-98DC-4800-B1F0-BAA252055283}" type="presParOf" srcId="{F901184C-9824-4FAC-A832-9F67ABE669DA}" destId="{7B0199F4-D812-456D-A270-01DF0C7A48FD}" srcOrd="0" destOrd="0" presId="urn:microsoft.com/office/officeart/2016/7/layout/VerticalSolidActionList"/>
    <dgm:cxn modelId="{78500B5E-FDEF-476A-894D-A4628B9542FB}" type="presParOf" srcId="{F901184C-9824-4FAC-A832-9F67ABE669DA}" destId="{B8779956-A10F-4663-8627-BD1FF0CAF8C8}" srcOrd="1" destOrd="0" presId="urn:microsoft.com/office/officeart/2016/7/layout/VerticalSolidActionList"/>
    <dgm:cxn modelId="{EA0E8493-3026-41F9-988C-1122535DD3CD}" type="presParOf" srcId="{34CF284F-342D-4EB5-ACE2-2C328D5A0752}" destId="{2214BE4D-A4FF-493A-AB25-BD22E9623341}" srcOrd="3" destOrd="0" presId="urn:microsoft.com/office/officeart/2016/7/layout/VerticalSolidActionList"/>
    <dgm:cxn modelId="{794EE29A-6116-43EF-A463-C8B94A0AF90C}" type="presParOf" srcId="{34CF284F-342D-4EB5-ACE2-2C328D5A0752}" destId="{9F76B0A2-B682-44AE-B5E3-880100344928}" srcOrd="4" destOrd="0" presId="urn:microsoft.com/office/officeart/2016/7/layout/VerticalSolidActionList"/>
    <dgm:cxn modelId="{5B6479EB-93A0-4E72-803F-DD17589A97FA}" type="presParOf" srcId="{9F76B0A2-B682-44AE-B5E3-880100344928}" destId="{A9BDACD7-B0F7-4CCA-929B-FD5A7D3DA36D}" srcOrd="0" destOrd="0" presId="urn:microsoft.com/office/officeart/2016/7/layout/VerticalSolidActionList"/>
    <dgm:cxn modelId="{7C8C11E8-6A5C-49E4-8BD7-A43BF518F686}" type="presParOf" srcId="{9F76B0A2-B682-44AE-B5E3-880100344928}" destId="{1C5C5379-2F8D-4082-94A7-1BA826AB3B17}" srcOrd="1" destOrd="0" presId="urn:microsoft.com/office/officeart/2016/7/layout/VerticalSolidActionList"/>
    <dgm:cxn modelId="{E7B595AA-8260-480E-A3CC-71793476A5EA}" type="presParOf" srcId="{34CF284F-342D-4EB5-ACE2-2C328D5A0752}" destId="{ADC4E385-FD53-4684-ADA1-F9CAD8DE31AD}" srcOrd="5" destOrd="0" presId="urn:microsoft.com/office/officeart/2016/7/layout/VerticalSolidActionList"/>
    <dgm:cxn modelId="{3226D777-A10A-4DC6-8D41-0973ACB8319D}" type="presParOf" srcId="{34CF284F-342D-4EB5-ACE2-2C328D5A0752}" destId="{BD85FFCD-DD55-4BB5-9125-ECB6680DE641}" srcOrd="6" destOrd="0" presId="urn:microsoft.com/office/officeart/2016/7/layout/VerticalSolidActionList"/>
    <dgm:cxn modelId="{939B97ED-0DE9-4D3C-A73A-5FA5E302F76A}" type="presParOf" srcId="{BD85FFCD-DD55-4BB5-9125-ECB6680DE641}" destId="{58825CDE-D870-4DE0-BAFE-9A71879F5BC9}" srcOrd="0" destOrd="0" presId="urn:microsoft.com/office/officeart/2016/7/layout/VerticalSolidActionList"/>
    <dgm:cxn modelId="{F0443962-FE2E-4713-A268-5634BBF6FFEF}" type="presParOf" srcId="{BD85FFCD-DD55-4BB5-9125-ECB6680DE641}" destId="{4C83C076-36F8-4BB2-9A45-416AFF3E0616}" srcOrd="1" destOrd="0" presId="urn:microsoft.com/office/officeart/2016/7/layout/VerticalSolidActionList"/>
    <dgm:cxn modelId="{531F10CF-4E8F-4EFC-AC84-29248D62774D}" type="presParOf" srcId="{34CF284F-342D-4EB5-ACE2-2C328D5A0752}" destId="{17A9DF64-9323-45FF-9CF8-D02F6DD6CE08}" srcOrd="7" destOrd="0" presId="urn:microsoft.com/office/officeart/2016/7/layout/VerticalSolidActionList"/>
    <dgm:cxn modelId="{DC7F5926-04F1-4BE7-92EA-DDD09684BFB3}" type="presParOf" srcId="{34CF284F-342D-4EB5-ACE2-2C328D5A0752}" destId="{96582D95-9040-4FC5-9C7D-8BB41C914E46}" srcOrd="8" destOrd="0" presId="urn:microsoft.com/office/officeart/2016/7/layout/VerticalSolidActionList"/>
    <dgm:cxn modelId="{561414D8-7E4A-4FED-9D5D-E3E78E98918E}" type="presParOf" srcId="{96582D95-9040-4FC5-9C7D-8BB41C914E46}" destId="{65BAF8F4-1E2D-4FBA-8EEB-D7CB495D20B8}" srcOrd="0" destOrd="0" presId="urn:microsoft.com/office/officeart/2016/7/layout/VerticalSolidActionList"/>
    <dgm:cxn modelId="{CC88D7CF-AF6D-4CE9-83A4-6E15452447E7}" type="presParOf" srcId="{96582D95-9040-4FC5-9C7D-8BB41C914E46}" destId="{0B146FA9-2AB2-4753-9BAA-0B28894399F5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B6C0B-9BE6-4FBC-A8CC-6EED8E07FB0C}">
      <dsp:nvSpPr>
        <dsp:cNvPr id="0" name=""/>
        <dsp:cNvSpPr/>
      </dsp:nvSpPr>
      <dsp:spPr>
        <a:xfrm>
          <a:off x="0" y="37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B31B1-B286-41C2-8C41-CE87304EA033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86CDE-FCB9-46B4-8C6D-A43565A6577A}">
      <dsp:nvSpPr>
        <dsp:cNvPr id="0" name=""/>
        <dsp:cNvSpPr/>
      </dsp:nvSpPr>
      <dsp:spPr>
        <a:xfrm>
          <a:off x="591168" y="37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Understand and apply memory acquisition techniques</a:t>
          </a:r>
          <a:endParaRPr lang="en-US" sz="1600" kern="1200"/>
        </a:p>
      </dsp:txBody>
      <dsp:txXfrm>
        <a:off x="591168" y="371"/>
        <a:ext cx="9924431" cy="511834"/>
      </dsp:txXfrm>
    </dsp:sp>
    <dsp:sp modelId="{F863ABEF-ABDA-4DD7-9C1E-9B484A081FBC}">
      <dsp:nvSpPr>
        <dsp:cNvPr id="0" name=""/>
        <dsp:cNvSpPr/>
      </dsp:nvSpPr>
      <dsp:spPr>
        <a:xfrm>
          <a:off x="0" y="640165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CB473-6D2D-46B1-8D7B-6759077F1E05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DDB57-000E-4C0D-9CFF-BB5E2BE41A12}">
      <dsp:nvSpPr>
        <dsp:cNvPr id="0" name=""/>
        <dsp:cNvSpPr/>
      </dsp:nvSpPr>
      <dsp:spPr>
        <a:xfrm>
          <a:off x="591168" y="640165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Use Volatility &amp; Rekall to analyze forensic memory dumps</a:t>
          </a:r>
          <a:endParaRPr lang="en-US" sz="1600" kern="1200"/>
        </a:p>
      </dsp:txBody>
      <dsp:txXfrm>
        <a:off x="591168" y="640165"/>
        <a:ext cx="9924431" cy="511834"/>
      </dsp:txXfrm>
    </dsp:sp>
    <dsp:sp modelId="{4FC4830E-8784-4C2B-9726-975FDA999DF9}">
      <dsp:nvSpPr>
        <dsp:cNvPr id="0" name=""/>
        <dsp:cNvSpPr/>
      </dsp:nvSpPr>
      <dsp:spPr>
        <a:xfrm>
          <a:off x="0" y="127995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596885-8FC4-4132-8AD6-ACD942DEC78D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F0B8C-A7EF-421B-9AA5-91DDFAED6069}">
      <dsp:nvSpPr>
        <dsp:cNvPr id="0" name=""/>
        <dsp:cNvSpPr/>
      </dsp:nvSpPr>
      <dsp:spPr>
        <a:xfrm>
          <a:off x="591168" y="127995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Identify suspicious processes, DLL injections, and hidden threads</a:t>
          </a:r>
          <a:endParaRPr lang="en-US" sz="1600" kern="1200"/>
        </a:p>
      </dsp:txBody>
      <dsp:txXfrm>
        <a:off x="591168" y="1279958"/>
        <a:ext cx="9924431" cy="511834"/>
      </dsp:txXfrm>
    </dsp:sp>
    <dsp:sp modelId="{E772E50A-50EE-4175-A59E-2D5EDE57B9CC}">
      <dsp:nvSpPr>
        <dsp:cNvPr id="0" name=""/>
        <dsp:cNvSpPr/>
      </dsp:nvSpPr>
      <dsp:spPr>
        <a:xfrm>
          <a:off x="0" y="191975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64421-C968-4D17-9ECC-0F77C304787E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3D895-1CD8-4934-A87D-CA84A9D84845}">
      <dsp:nvSpPr>
        <dsp:cNvPr id="0" name=""/>
        <dsp:cNvSpPr/>
      </dsp:nvSpPr>
      <dsp:spPr>
        <a:xfrm>
          <a:off x="591168" y="191975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Examine network artifacts for intrusion evidence</a:t>
          </a:r>
          <a:endParaRPr lang="en-US" sz="1600" kern="1200"/>
        </a:p>
      </dsp:txBody>
      <dsp:txXfrm>
        <a:off x="591168" y="1919751"/>
        <a:ext cx="9924431" cy="511834"/>
      </dsp:txXfrm>
    </dsp:sp>
    <dsp:sp modelId="{0CAA9045-FADC-4819-8E75-25E0671AB766}">
      <dsp:nvSpPr>
        <dsp:cNvPr id="0" name=""/>
        <dsp:cNvSpPr/>
      </dsp:nvSpPr>
      <dsp:spPr>
        <a:xfrm>
          <a:off x="0" y="2559544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E10483-4C8E-4D2A-A700-2758C41BD1D7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2E1B3-A6E0-497D-8346-6C0424E6B9BC}">
      <dsp:nvSpPr>
        <dsp:cNvPr id="0" name=""/>
        <dsp:cNvSpPr/>
      </dsp:nvSpPr>
      <dsp:spPr>
        <a:xfrm>
          <a:off x="591168" y="2559544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Extract malware remnants, dumped DLLs, or credentials</a:t>
          </a:r>
          <a:endParaRPr lang="en-US" sz="1600" kern="1200"/>
        </a:p>
      </dsp:txBody>
      <dsp:txXfrm>
        <a:off x="591168" y="2559544"/>
        <a:ext cx="9924431" cy="511834"/>
      </dsp:txXfrm>
    </dsp:sp>
    <dsp:sp modelId="{E23F9002-F1D0-4B7A-9857-8C79BBC5AB93}">
      <dsp:nvSpPr>
        <dsp:cNvPr id="0" name=""/>
        <dsp:cNvSpPr/>
      </dsp:nvSpPr>
      <dsp:spPr>
        <a:xfrm>
          <a:off x="0" y="319933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EFF66-2558-48CD-9567-772C78D41349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873E7-C65D-48DE-ADC3-FF0DE31DDB8D}">
      <dsp:nvSpPr>
        <dsp:cNvPr id="0" name=""/>
        <dsp:cNvSpPr/>
      </dsp:nvSpPr>
      <dsp:spPr>
        <a:xfrm>
          <a:off x="591168" y="319933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Produce a complete memory forensics report and analysis summary</a:t>
          </a:r>
          <a:endParaRPr lang="en-US" sz="1600" kern="1200"/>
        </a:p>
      </dsp:txBody>
      <dsp:txXfrm>
        <a:off x="591168" y="3199338"/>
        <a:ext cx="9924431" cy="511834"/>
      </dsp:txXfrm>
    </dsp:sp>
    <dsp:sp modelId="{5A6E135A-CAF4-4140-991C-BC052E429E95}">
      <dsp:nvSpPr>
        <dsp:cNvPr id="0" name=""/>
        <dsp:cNvSpPr/>
      </dsp:nvSpPr>
      <dsp:spPr>
        <a:xfrm>
          <a:off x="0" y="383913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36763-A17C-42D4-8FB5-81B33961BD76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B1F2B-461E-4AE2-A4E8-9B339B6DA6F8}">
      <dsp:nvSpPr>
        <dsp:cNvPr id="0" name=""/>
        <dsp:cNvSpPr/>
      </dsp:nvSpPr>
      <dsp:spPr>
        <a:xfrm>
          <a:off x="591168" y="383913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Gain practical experience with volatile memory investigations</a:t>
          </a:r>
          <a:endParaRPr lang="en-US" sz="1600" kern="1200"/>
        </a:p>
      </dsp:txBody>
      <dsp:txXfrm>
        <a:off x="591168" y="3839131"/>
        <a:ext cx="9924431" cy="511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454B9-2DC9-4DEE-BC2C-5BA47D81ACBB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25697-9F4D-4A59-AF30-34B045ED5AAF}">
      <dsp:nvSpPr>
        <dsp:cNvPr id="0" name=""/>
        <dsp:cNvSpPr/>
      </dsp:nvSpPr>
      <dsp:spPr>
        <a:xfrm>
          <a:off x="0" y="53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/>
            <a:t>1. Memory Capture</a:t>
          </a:r>
          <a:endParaRPr lang="en-US" sz="2000" kern="1200"/>
        </a:p>
      </dsp:txBody>
      <dsp:txXfrm>
        <a:off x="0" y="531"/>
        <a:ext cx="10515600" cy="435027"/>
      </dsp:txXfrm>
    </dsp:sp>
    <dsp:sp modelId="{DBDECBD2-C910-4C4F-A860-62BA7BE5F9AE}">
      <dsp:nvSpPr>
        <dsp:cNvPr id="0" name=""/>
        <dsp:cNvSpPr/>
      </dsp:nvSpPr>
      <dsp:spPr>
        <a:xfrm>
          <a:off x="0" y="43555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3C335-25FC-4B5B-A133-285DDDE2221F}">
      <dsp:nvSpPr>
        <dsp:cNvPr id="0" name=""/>
        <dsp:cNvSpPr/>
      </dsp:nvSpPr>
      <dsp:spPr>
        <a:xfrm>
          <a:off x="0" y="435558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Use tools such as </a:t>
          </a:r>
          <a:r>
            <a:rPr lang="en-CA" sz="2000" b="1" kern="1200"/>
            <a:t>DumpIt</a:t>
          </a:r>
          <a:r>
            <a:rPr lang="en-CA" sz="2000" kern="1200"/>
            <a:t>, </a:t>
          </a:r>
          <a:r>
            <a:rPr lang="en-CA" sz="2000" b="1" kern="1200"/>
            <a:t>FTK Imager</a:t>
          </a:r>
          <a:r>
            <a:rPr lang="en-CA" sz="2000" kern="1200"/>
            <a:t>, or </a:t>
          </a:r>
          <a:r>
            <a:rPr lang="en-CA" sz="2000" b="1" kern="1200"/>
            <a:t>WinPmem</a:t>
          </a:r>
          <a:r>
            <a:rPr lang="en-CA" sz="2000" kern="1200"/>
            <a:t> to acquire a RAM image.</a:t>
          </a:r>
          <a:endParaRPr lang="en-US" sz="2000" kern="1200"/>
        </a:p>
      </dsp:txBody>
      <dsp:txXfrm>
        <a:off x="0" y="435558"/>
        <a:ext cx="10515600" cy="435027"/>
      </dsp:txXfrm>
    </dsp:sp>
    <dsp:sp modelId="{13F881CA-2E84-4A23-8BD1-B1800AAE7D00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9F2CC-348B-4176-B09D-55D76CF8E0A1}">
      <dsp:nvSpPr>
        <dsp:cNvPr id="0" name=""/>
        <dsp:cNvSpPr/>
      </dsp:nvSpPr>
      <dsp:spPr>
        <a:xfrm>
          <a:off x="0" y="870586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/>
            <a:t>2. Process &amp; Thread Analysis</a:t>
          </a:r>
          <a:endParaRPr lang="en-US" sz="2000" kern="1200"/>
        </a:p>
      </dsp:txBody>
      <dsp:txXfrm>
        <a:off x="0" y="870586"/>
        <a:ext cx="10515600" cy="435027"/>
      </dsp:txXfrm>
    </dsp:sp>
    <dsp:sp modelId="{54106986-7604-4129-8351-076A463967F2}">
      <dsp:nvSpPr>
        <dsp:cNvPr id="0" name=""/>
        <dsp:cNvSpPr/>
      </dsp:nvSpPr>
      <dsp:spPr>
        <a:xfrm>
          <a:off x="0" y="130561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ED9FB-9F12-4688-B804-6395EA246339}">
      <dsp:nvSpPr>
        <dsp:cNvPr id="0" name=""/>
        <dsp:cNvSpPr/>
      </dsp:nvSpPr>
      <dsp:spPr>
        <a:xfrm>
          <a:off x="0" y="1305613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Identify abnormal processes using Volatility plugins (pslist, psscan, dlllist, handles).</a:t>
          </a:r>
          <a:endParaRPr lang="en-US" sz="2000" kern="1200"/>
        </a:p>
      </dsp:txBody>
      <dsp:txXfrm>
        <a:off x="0" y="1305613"/>
        <a:ext cx="10515600" cy="435027"/>
      </dsp:txXfrm>
    </dsp:sp>
    <dsp:sp modelId="{5376FE9E-02BA-4ACC-AD58-E352F39B63EB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72EFA-157D-4572-B102-E2E460B5564D}">
      <dsp:nvSpPr>
        <dsp:cNvPr id="0" name=""/>
        <dsp:cNvSpPr/>
      </dsp:nvSpPr>
      <dsp:spPr>
        <a:xfrm>
          <a:off x="0" y="174064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/>
            <a:t>3. Network Connection Analysis</a:t>
          </a:r>
          <a:endParaRPr lang="en-US" sz="2000" kern="1200"/>
        </a:p>
      </dsp:txBody>
      <dsp:txXfrm>
        <a:off x="0" y="1740641"/>
        <a:ext cx="10515600" cy="435027"/>
      </dsp:txXfrm>
    </dsp:sp>
    <dsp:sp modelId="{471E4017-8286-4B6B-B87A-D2DDA64A5135}">
      <dsp:nvSpPr>
        <dsp:cNvPr id="0" name=""/>
        <dsp:cNvSpPr/>
      </dsp:nvSpPr>
      <dsp:spPr>
        <a:xfrm>
          <a:off x="0" y="217566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916A4-FAA3-4DE9-82ED-493E7B02178A}">
      <dsp:nvSpPr>
        <dsp:cNvPr id="0" name=""/>
        <dsp:cNvSpPr/>
      </dsp:nvSpPr>
      <dsp:spPr>
        <a:xfrm>
          <a:off x="0" y="2175669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Review live and residual network data (netscan, connscan).</a:t>
          </a:r>
          <a:endParaRPr lang="en-US" sz="2000" kern="1200"/>
        </a:p>
      </dsp:txBody>
      <dsp:txXfrm>
        <a:off x="0" y="2175669"/>
        <a:ext cx="10515600" cy="435027"/>
      </dsp:txXfrm>
    </dsp:sp>
    <dsp:sp modelId="{25614D69-7994-42D7-923A-2C485ABBCA98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DAD07-65F2-4648-9AEC-472374A3CB7B}">
      <dsp:nvSpPr>
        <dsp:cNvPr id="0" name=""/>
        <dsp:cNvSpPr/>
      </dsp:nvSpPr>
      <dsp:spPr>
        <a:xfrm>
          <a:off x="0" y="2610696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/>
            <a:t>4. Artifact Extraction</a:t>
          </a:r>
          <a:endParaRPr lang="en-US" sz="2000" kern="1200"/>
        </a:p>
      </dsp:txBody>
      <dsp:txXfrm>
        <a:off x="0" y="2610696"/>
        <a:ext cx="10515600" cy="435027"/>
      </dsp:txXfrm>
    </dsp:sp>
    <dsp:sp modelId="{0FC51B2D-19CC-4A62-934F-6BB99F537CFF}">
      <dsp:nvSpPr>
        <dsp:cNvPr id="0" name=""/>
        <dsp:cNvSpPr/>
      </dsp:nvSpPr>
      <dsp:spPr>
        <a:xfrm>
          <a:off x="0" y="30457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C5279-A205-47BD-A41B-B0E944370204}">
      <dsp:nvSpPr>
        <dsp:cNvPr id="0" name=""/>
        <dsp:cNvSpPr/>
      </dsp:nvSpPr>
      <dsp:spPr>
        <a:xfrm>
          <a:off x="0" y="3045724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Extract DLLs, injects, memory dumps, suspicious code segments.</a:t>
          </a:r>
          <a:endParaRPr lang="en-US" sz="2000" kern="1200"/>
        </a:p>
      </dsp:txBody>
      <dsp:txXfrm>
        <a:off x="0" y="3045724"/>
        <a:ext cx="10515600" cy="435027"/>
      </dsp:txXfrm>
    </dsp:sp>
    <dsp:sp modelId="{5CBD808E-C4E2-4872-9918-F09F913457E0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AECB8-5DE7-47EE-AFF3-D0C0B7A563C4}">
      <dsp:nvSpPr>
        <dsp:cNvPr id="0" name=""/>
        <dsp:cNvSpPr/>
      </dsp:nvSpPr>
      <dsp:spPr>
        <a:xfrm>
          <a:off x="0" y="348075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/>
            <a:t>5. Reporting</a:t>
          </a:r>
          <a:endParaRPr lang="en-US" sz="2000" kern="1200"/>
        </a:p>
      </dsp:txBody>
      <dsp:txXfrm>
        <a:off x="0" y="3480751"/>
        <a:ext cx="10515600" cy="435027"/>
      </dsp:txXfrm>
    </dsp:sp>
    <dsp:sp modelId="{2C8002F6-7CD6-4741-A17E-269506FFE171}">
      <dsp:nvSpPr>
        <dsp:cNvPr id="0" name=""/>
        <dsp:cNvSpPr/>
      </dsp:nvSpPr>
      <dsp:spPr>
        <a:xfrm>
          <a:off x="0" y="391577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776F4-9228-4B09-915E-C9D6373505CA}">
      <dsp:nvSpPr>
        <dsp:cNvPr id="0" name=""/>
        <dsp:cNvSpPr/>
      </dsp:nvSpPr>
      <dsp:spPr>
        <a:xfrm>
          <a:off x="0" y="3915779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Create a detailed memory forensics report with evidence, screenshots, and conclusions.</a:t>
          </a:r>
          <a:endParaRPr lang="en-US" sz="2000" kern="1200"/>
        </a:p>
      </dsp:txBody>
      <dsp:txXfrm>
        <a:off x="0" y="3915779"/>
        <a:ext cx="10515600" cy="4350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8D497-92DB-424A-A25C-EA2D447FA155}">
      <dsp:nvSpPr>
        <dsp:cNvPr id="0" name=""/>
        <dsp:cNvSpPr/>
      </dsp:nvSpPr>
      <dsp:spPr>
        <a:xfrm>
          <a:off x="2103120" y="1890"/>
          <a:ext cx="8412480" cy="82968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225" tIns="210740" rIns="163225" bIns="2107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Setting Up a Lab Environment</a:t>
          </a:r>
          <a:br>
            <a:rPr lang="en-US" sz="1100" kern="1200" dirty="0"/>
          </a:br>
          <a:r>
            <a:rPr lang="en-US" sz="1100" kern="1200" dirty="0"/>
            <a:t>Creating an attacker VM and a Windows victim VM for controlled testing.</a:t>
          </a:r>
        </a:p>
      </dsp:txBody>
      <dsp:txXfrm>
        <a:off x="2103120" y="1890"/>
        <a:ext cx="8412480" cy="829686"/>
      </dsp:txXfrm>
    </dsp:sp>
    <dsp:sp modelId="{FC922230-C32A-47AE-9206-614D4B2879E0}">
      <dsp:nvSpPr>
        <dsp:cNvPr id="0" name=""/>
        <dsp:cNvSpPr/>
      </dsp:nvSpPr>
      <dsp:spPr>
        <a:xfrm>
          <a:off x="0" y="1890"/>
          <a:ext cx="2103120" cy="82968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1955" rIns="111290" bIns="819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Setting</a:t>
          </a:r>
        </a:p>
      </dsp:txBody>
      <dsp:txXfrm>
        <a:off x="0" y="1890"/>
        <a:ext cx="2103120" cy="829686"/>
      </dsp:txXfrm>
    </dsp:sp>
    <dsp:sp modelId="{B8779956-A10F-4663-8627-BD1FF0CAF8C8}">
      <dsp:nvSpPr>
        <dsp:cNvPr id="0" name=""/>
        <dsp:cNvSpPr/>
      </dsp:nvSpPr>
      <dsp:spPr>
        <a:xfrm>
          <a:off x="2103120" y="881358"/>
          <a:ext cx="8412480" cy="829686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225" tIns="210740" rIns="163225" bIns="2107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Executing a Credential-Theft Attack</a:t>
          </a:r>
          <a:br>
            <a:rPr lang="en-US" sz="1100" kern="1200"/>
          </a:br>
          <a:r>
            <a:rPr lang="en-US" sz="1100" kern="1200"/>
            <a:t>Running a Mimikatz attack on the victim machine to dump passwords and authentication data from memory.</a:t>
          </a:r>
        </a:p>
      </dsp:txBody>
      <dsp:txXfrm>
        <a:off x="2103120" y="881358"/>
        <a:ext cx="8412480" cy="829686"/>
      </dsp:txXfrm>
    </dsp:sp>
    <dsp:sp modelId="{7B0199F4-D812-456D-A270-01DF0C7A48FD}">
      <dsp:nvSpPr>
        <dsp:cNvPr id="0" name=""/>
        <dsp:cNvSpPr/>
      </dsp:nvSpPr>
      <dsp:spPr>
        <a:xfrm>
          <a:off x="0" y="881358"/>
          <a:ext cx="2103120" cy="829686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1955" rIns="111290" bIns="819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Executing</a:t>
          </a:r>
        </a:p>
      </dsp:txBody>
      <dsp:txXfrm>
        <a:off x="0" y="881358"/>
        <a:ext cx="2103120" cy="829686"/>
      </dsp:txXfrm>
    </dsp:sp>
    <dsp:sp modelId="{1C5C5379-2F8D-4082-94A7-1BA826AB3B17}">
      <dsp:nvSpPr>
        <dsp:cNvPr id="0" name=""/>
        <dsp:cNvSpPr/>
      </dsp:nvSpPr>
      <dsp:spPr>
        <a:xfrm>
          <a:off x="2103120" y="1760825"/>
          <a:ext cx="8412480" cy="829686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225" tIns="210740" rIns="163225" bIns="2107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Capturing the System’s RAM</a:t>
          </a:r>
          <a:br>
            <a:rPr lang="en-US" sz="1100" kern="1200"/>
          </a:br>
          <a:r>
            <a:rPr lang="en-US" sz="1100" kern="1200"/>
            <a:t>Using DumpIt or FTK Imager to acquire a full memory image immediately after the attack.</a:t>
          </a:r>
        </a:p>
      </dsp:txBody>
      <dsp:txXfrm>
        <a:off x="2103120" y="1760825"/>
        <a:ext cx="8412480" cy="829686"/>
      </dsp:txXfrm>
    </dsp:sp>
    <dsp:sp modelId="{A9BDACD7-B0F7-4CCA-929B-FD5A7D3DA36D}">
      <dsp:nvSpPr>
        <dsp:cNvPr id="0" name=""/>
        <dsp:cNvSpPr/>
      </dsp:nvSpPr>
      <dsp:spPr>
        <a:xfrm>
          <a:off x="0" y="1760825"/>
          <a:ext cx="2103120" cy="829686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1955" rIns="111290" bIns="819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Capturing</a:t>
          </a:r>
        </a:p>
      </dsp:txBody>
      <dsp:txXfrm>
        <a:off x="0" y="1760825"/>
        <a:ext cx="2103120" cy="829686"/>
      </dsp:txXfrm>
    </dsp:sp>
    <dsp:sp modelId="{4C83C076-36F8-4BB2-9A45-416AFF3E0616}">
      <dsp:nvSpPr>
        <dsp:cNvPr id="0" name=""/>
        <dsp:cNvSpPr/>
      </dsp:nvSpPr>
      <dsp:spPr>
        <a:xfrm>
          <a:off x="2103120" y="2640293"/>
          <a:ext cx="8412480" cy="829686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225" tIns="210740" rIns="163225" bIns="2107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Performing Memory Forensics</a:t>
          </a:r>
          <a:br>
            <a:rPr lang="en-US" sz="1100" kern="1200" dirty="0"/>
          </a:br>
          <a:r>
            <a:rPr lang="en-US" sz="1100" kern="1200" dirty="0"/>
            <a:t>Analyzing the RAM dump with Volatility and </a:t>
          </a:r>
          <a:r>
            <a:rPr lang="en-US" sz="1100" kern="1200" dirty="0" err="1"/>
            <a:t>Rekall</a:t>
          </a:r>
          <a:r>
            <a:rPr lang="en-US" sz="1100" kern="1200" dirty="0"/>
            <a:t> to identify:</a:t>
          </a:r>
          <a:br>
            <a:rPr lang="en-US" sz="1100" kern="1200" dirty="0"/>
          </a:br>
          <a:r>
            <a:rPr lang="en-US" sz="1100" kern="1200" dirty="0"/>
            <a:t>• Suspicious processes and threads</a:t>
          </a:r>
          <a:br>
            <a:rPr lang="en-US" sz="1100" kern="1200" dirty="0"/>
          </a:br>
          <a:r>
            <a:rPr lang="en-US" sz="1100" kern="1200" dirty="0"/>
            <a:t>• Injected code</a:t>
          </a:r>
          <a:br>
            <a:rPr lang="en-US" sz="1100" kern="1200" dirty="0"/>
          </a:br>
          <a:r>
            <a:rPr lang="en-US" sz="1100" kern="1200" dirty="0"/>
            <a:t>• Extracted credentials</a:t>
          </a:r>
          <a:br>
            <a:rPr lang="en-US" sz="1100" kern="1200" dirty="0"/>
          </a:br>
          <a:endParaRPr lang="en-US" sz="1100" kern="1200" dirty="0"/>
        </a:p>
      </dsp:txBody>
      <dsp:txXfrm>
        <a:off x="2103120" y="2640293"/>
        <a:ext cx="8412480" cy="829686"/>
      </dsp:txXfrm>
    </dsp:sp>
    <dsp:sp modelId="{58825CDE-D870-4DE0-BAFE-9A71879F5BC9}">
      <dsp:nvSpPr>
        <dsp:cNvPr id="0" name=""/>
        <dsp:cNvSpPr/>
      </dsp:nvSpPr>
      <dsp:spPr>
        <a:xfrm>
          <a:off x="0" y="2640293"/>
          <a:ext cx="2103120" cy="829686"/>
        </a:xfrm>
        <a:prstGeom prst="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1955" rIns="111290" bIns="819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Performing</a:t>
          </a:r>
        </a:p>
      </dsp:txBody>
      <dsp:txXfrm>
        <a:off x="0" y="2640293"/>
        <a:ext cx="2103120" cy="829686"/>
      </dsp:txXfrm>
    </dsp:sp>
    <dsp:sp modelId="{0B146FA9-2AB2-4753-9BAA-0B28894399F5}">
      <dsp:nvSpPr>
        <dsp:cNvPr id="0" name=""/>
        <dsp:cNvSpPr/>
      </dsp:nvSpPr>
      <dsp:spPr>
        <a:xfrm>
          <a:off x="2103120" y="3519760"/>
          <a:ext cx="8412480" cy="82968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225" tIns="210740" rIns="163225" bIns="2107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Documenting Findings</a:t>
          </a:r>
          <a:br>
            <a:rPr lang="en-US" sz="1100" kern="1200"/>
          </a:br>
          <a:r>
            <a:rPr lang="en-US" sz="1100" kern="1200"/>
            <a:t>Creating a detailed forensic report containing evidence, screenshots, attack timeline, and final conclusions.</a:t>
          </a:r>
        </a:p>
      </dsp:txBody>
      <dsp:txXfrm>
        <a:off x="2103120" y="3519760"/>
        <a:ext cx="8412480" cy="829686"/>
      </dsp:txXfrm>
    </dsp:sp>
    <dsp:sp modelId="{65BAF8F4-1E2D-4FBA-8EEB-D7CB495D20B8}">
      <dsp:nvSpPr>
        <dsp:cNvPr id="0" name=""/>
        <dsp:cNvSpPr/>
      </dsp:nvSpPr>
      <dsp:spPr>
        <a:xfrm>
          <a:off x="0" y="3519760"/>
          <a:ext cx="2103120" cy="829686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1955" rIns="111290" bIns="8195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Documenting</a:t>
          </a:r>
        </a:p>
      </dsp:txBody>
      <dsp:txXfrm>
        <a:off x="0" y="3519760"/>
        <a:ext cx="2103120" cy="8296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72DD-3258-4331-294D-DBEA22993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DE897-FFAF-C389-7D92-0EEDEFD6C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F2681-0FB5-488D-9BD9-962565095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61DBA-1880-C424-B85F-37EF0F93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4B100-3301-EBB9-F54D-00A73346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196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F6A0-B309-7455-E16F-A6EB2D58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4428-DE86-A546-90ED-D9B35F627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C24D-B988-9221-2F2F-CAA9C425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8D836-D772-1C9A-2898-5D6E815D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38647-70F8-C45B-1629-2E22C989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0861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AC10-5DE9-BAF9-928F-CF7D9FA7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F9DDF-39AC-2909-B5D8-C4D40745D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1F7C2-3ABE-CD41-7F6C-44AE6234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7EECE-DDCA-E863-3BA0-E3199F57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89AF8-4F7E-40E5-62DC-F1729A74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156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0162-2807-7BF7-4DF8-9FC6B366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8075-0CD3-E9EB-E434-5FB3C9F36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86902-B96E-DD9C-DD71-1BB51314F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1F19-1B4F-70B1-A10C-8E04A9D86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50C42-21FB-951C-C694-FF10D791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B0409-FD4C-0D7D-F700-51070715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297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8300-59E0-7503-90BB-86F1B70EE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C2986-52B7-9451-541D-3A7AD8B11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33336-7ADB-4879-B5EA-39B989DB7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E13BB-B1A3-A7EB-6553-2BE9FF96D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8DBE3-4299-EC78-69F0-B4A9E5026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E23E4-7B90-F034-99C7-489B51B7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5A529-4F0A-D9DD-D944-CD7BAFFE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0238B-2510-8E12-2752-DD5A93A2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482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FA72-F741-A41E-3450-74F719DA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A8A07-516B-FA48-2065-ECD0E206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CB2A0-FA9F-6D7E-A04F-2D333C0F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3A2FD-3133-63BB-68D2-EBEDC510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2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CE004-98E5-BBF5-023E-9CA1478B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F2AAB-BA90-C5F2-DFA3-03B6733B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46D0D-12C1-FAD7-A3B4-B5B24A46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288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288D-C256-0E9B-C6B1-376CAC2E4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96182-9241-A946-3099-27F0FD65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635A0-B942-21FA-935E-FD38B1A28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75AE8-C358-AB6D-9391-8B5F19A4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E31F7-0907-BB3A-8DAE-BE10520ED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DCAE9-48B2-E83F-FA0A-24AC0F7D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52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5113-6437-FA59-D94E-9D5E7E392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013031-044F-6AE4-EDA2-5CE85336E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EC5F4-8544-2F57-35D7-111C1F120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F1DF5-1235-1814-4B1D-3BD5D115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5D9A0-1856-E2A1-8393-A6490598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730AD-A570-7C25-CFE1-C3F97F541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705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6361-5D20-C7CA-AC73-7359FBC2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5D1A6-9BEF-05FD-9251-475406E0A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78CBD-5F5D-C84E-1191-4803F759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F0485-B03E-4F0A-AEC3-79476B3D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72F33-E0EE-8856-9566-48364389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384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5DC2D-3F72-267F-057B-768FB8D7F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D20D3-3E1E-0CB8-53F2-4A5C858FF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078CE-0787-E5E2-0965-D048500E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C5298-7494-E52B-47EC-598D0BC8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A5F50-694A-E813-2878-29F34482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154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B6660-B0D6-2F57-E832-98DE53BC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7F064-2B49-C076-F4BF-3F0CB4DAE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E6458-6BD0-DA7E-885A-D6C7ACCAD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B91B3-E317-449E-A29B-068AD4CF471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B48B1-4CDE-59BC-7060-13BA2E736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E02B-0A8A-DBA6-9E85-E4014D039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EB954-AA26-4F7A-A49A-E7DB09525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79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BE645-90E5-B4E0-E6D4-D1EF1EDF3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/>
              <a:t>Memory Forensics Investigation &amp; Volatile Artifact Analysis Using Volatility</a:t>
            </a:r>
          </a:p>
        </p:txBody>
      </p: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149F5675-A0A7-B286-A2A4-48B6391DF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95" r="5841" b="-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C9DC7-D8F3-AAD9-F491-66684D4A4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200" b="1" dirty="0"/>
              <a:t>By: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b="1" dirty="0"/>
              <a:t>Devarshi Mahadevwala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algn="l"/>
            <a:r>
              <a:rPr lang="en-US" sz="2200" b="1" dirty="0"/>
              <a:t>Instructor/Mentor: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dirty="0"/>
              <a:t>Ahmad </a:t>
            </a:r>
            <a:r>
              <a:rPr lang="en-US" sz="2200" b="1"/>
              <a:t>Ghobeiti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37936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21F26-6152-4251-14EE-1C39F67D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CA" sz="400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19540-9542-9374-4773-29EAD1922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This project focuses on performing a </a:t>
            </a:r>
            <a:r>
              <a:rPr lang="en-US" sz="1600" b="1" dirty="0"/>
              <a:t>complete memory forensics investigation</a:t>
            </a:r>
            <a:r>
              <a:rPr lang="en-US" sz="1600" dirty="0"/>
              <a:t> using a captured RAM image from a Windows system.</a:t>
            </a:r>
            <a:br>
              <a:rPr lang="en-US" sz="1600" dirty="0"/>
            </a:br>
            <a:r>
              <a:rPr lang="en-US" sz="1600" dirty="0"/>
              <a:t>Using tools like </a:t>
            </a:r>
            <a:r>
              <a:rPr lang="en-US" sz="1600" b="1" dirty="0"/>
              <a:t>Volatility</a:t>
            </a:r>
            <a:r>
              <a:rPr lang="en-US" sz="1600" dirty="0"/>
              <a:t>, </a:t>
            </a:r>
            <a:r>
              <a:rPr lang="en-US" sz="1600" b="1" dirty="0" err="1"/>
              <a:t>Rekall</a:t>
            </a:r>
            <a:r>
              <a:rPr lang="en-US" sz="1600" dirty="0"/>
              <a:t>, and standard acquisition utilities, our goal is to:</a:t>
            </a:r>
          </a:p>
          <a:p>
            <a:r>
              <a:rPr lang="en-US" sz="1600" dirty="0"/>
              <a:t>Capture a volatile memory snapshot</a:t>
            </a:r>
          </a:p>
          <a:p>
            <a:r>
              <a:rPr lang="en-US" sz="1600" dirty="0"/>
              <a:t>Identify running processes, injected code, and persistence mechanisms</a:t>
            </a:r>
          </a:p>
          <a:p>
            <a:r>
              <a:rPr lang="en-US" sz="1600" dirty="0"/>
              <a:t>Analyze active and terminated network connections</a:t>
            </a:r>
          </a:p>
          <a:p>
            <a:r>
              <a:rPr lang="en-US" sz="1600" dirty="0"/>
              <a:t>Extract potential malicious artifacts</a:t>
            </a:r>
          </a:p>
          <a:p>
            <a:r>
              <a:rPr lang="en-US" sz="1600" dirty="0"/>
              <a:t>Document findings in a structured forensic report</a:t>
            </a:r>
          </a:p>
          <a:p>
            <a:pPr marL="0" indent="0">
              <a:buNone/>
            </a:pPr>
            <a:r>
              <a:rPr lang="en-US" sz="1600" dirty="0"/>
              <a:t>This investigation simulates real-world incident response analysis performed by DFIR teams.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C95F2AFF-84ED-9DB0-245B-8EC832CB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02" r="2051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737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48F6-0E37-6B68-6149-3D0279FC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Project Objectives</a:t>
            </a:r>
            <a:endParaRPr lang="en-CA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AA40A12-F3BE-3770-CAC1-370E495987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789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DC4C5-2AD9-0ED6-3F8B-992A360EA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Scope of Work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8E4E1F-A06A-3102-F654-47255FC291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6921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34D6F-B891-0A9F-BBBC-943E55EF9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CA" sz="400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55C2-B2B2-D1C6-96D2-A81489AAC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Memory Acquisition Tools</a:t>
            </a:r>
          </a:p>
          <a:p>
            <a:r>
              <a:rPr lang="en-US" sz="2000" dirty="0"/>
              <a:t>DumpIt</a:t>
            </a:r>
          </a:p>
          <a:p>
            <a:r>
              <a:rPr lang="en-US" sz="2000" dirty="0"/>
              <a:t>FTK Imager</a:t>
            </a:r>
          </a:p>
          <a:p>
            <a:pPr marL="0" indent="0">
              <a:buNone/>
            </a:pPr>
            <a:r>
              <a:rPr lang="en-US" sz="2000" b="1" dirty="0"/>
              <a:t>Memory Analysis Tools</a:t>
            </a:r>
          </a:p>
          <a:p>
            <a:r>
              <a:rPr lang="en-US" sz="2000" dirty="0"/>
              <a:t>Volatility 2</a:t>
            </a:r>
          </a:p>
          <a:p>
            <a:r>
              <a:rPr lang="en-US" sz="2000" dirty="0"/>
              <a:t>Volatility 3</a:t>
            </a:r>
          </a:p>
          <a:p>
            <a:r>
              <a:rPr lang="en-US" sz="2000" dirty="0" err="1"/>
              <a:t>Rekall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These tools support investigation of processes, threads, handles, artifacts, and network indicators.</a:t>
            </a:r>
          </a:p>
          <a:p>
            <a:endParaRPr lang="en-CA" sz="2000" dirty="0"/>
          </a:p>
        </p:txBody>
      </p:sp>
      <p:pic>
        <p:nvPicPr>
          <p:cNvPr id="14" name="Picture 13" descr="Work tools and supplies">
            <a:extLst>
              <a:ext uri="{FF2B5EF4-FFF2-40B4-BE49-F238E27FC236}">
                <a16:creationId xmlns:a16="http://schemas.microsoft.com/office/drawing/2014/main" id="{D6563128-8BEC-39A5-AF69-D58664C33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83" r="27280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278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BA3A6-63EB-6D03-3651-BB27FA7C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CA" sz="5400"/>
              <a:t>Project Infrastructure &amp; System Setup</a:t>
            </a:r>
          </a:p>
        </p:txBody>
      </p:sp>
      <p:pic>
        <p:nvPicPr>
          <p:cNvPr id="7" name="Picture 6" descr="A green and purple background with many cubes&#10;&#10;AI-generated content may be incorrect.">
            <a:extLst>
              <a:ext uri="{FF2B5EF4-FFF2-40B4-BE49-F238E27FC236}">
                <a16:creationId xmlns:a16="http://schemas.microsoft.com/office/drawing/2014/main" id="{4E5EE3CC-AF94-7E63-779E-34E5A186C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88" r="50073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1FAFB-C118-7260-A8A4-3154D1DD6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Our project uses a controlled multi-VM lab environment designed to simulate a real forensic investigation. The infrastructure includes: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1 Attacker Machine (</a:t>
            </a:r>
            <a:r>
              <a:rPr lang="en-US" sz="1700" b="1"/>
              <a:t>Kali Linux)</a:t>
            </a:r>
            <a:endParaRPr lang="en-US" sz="1700" b="1" dirty="0"/>
          </a:p>
          <a:p>
            <a:r>
              <a:rPr lang="en-US" sz="1700" dirty="0"/>
              <a:t>Used to perform the credential-theft attack</a:t>
            </a:r>
          </a:p>
          <a:p>
            <a:r>
              <a:rPr lang="en-US" sz="1700" dirty="0"/>
              <a:t>Runs tools such as </a:t>
            </a:r>
            <a:r>
              <a:rPr lang="en-US" sz="1700" b="1" dirty="0" err="1"/>
              <a:t>Mimikatz</a:t>
            </a:r>
            <a:r>
              <a:rPr lang="en-US" sz="1700" dirty="0"/>
              <a:t>, PowerShell, or exploitation scripts</a:t>
            </a:r>
          </a:p>
          <a:p>
            <a:r>
              <a:rPr lang="en-US" sz="1700" dirty="0"/>
              <a:t>Communicates with the victim over an isolated virtual network</a:t>
            </a:r>
          </a:p>
          <a:p>
            <a:pPr marL="0" indent="0">
              <a:buNone/>
            </a:pPr>
            <a:r>
              <a:rPr lang="en-US" sz="1700" b="1" dirty="0"/>
              <a:t>2 Victim Machine (Windows 10 / Windows 11)</a:t>
            </a:r>
          </a:p>
          <a:p>
            <a:r>
              <a:rPr lang="en-US" sz="1700" dirty="0"/>
              <a:t>Target system representing a compromised employee workstation</a:t>
            </a:r>
          </a:p>
          <a:p>
            <a:r>
              <a:rPr lang="en-US" sz="1700" dirty="0"/>
              <a:t>Stores user credentials, authentication tokens, and active sessions</a:t>
            </a:r>
          </a:p>
          <a:p>
            <a:r>
              <a:rPr lang="en-US" sz="1700" dirty="0"/>
              <a:t>Will be attacked and later used for memory acquisition</a:t>
            </a:r>
          </a:p>
          <a:p>
            <a:endParaRPr lang="en-CA" sz="1700" dirty="0"/>
          </a:p>
        </p:txBody>
      </p:sp>
    </p:spTree>
    <p:extLst>
      <p:ext uri="{BB962C8B-B14F-4D97-AF65-F5344CB8AC3E}">
        <p14:creationId xmlns:p14="http://schemas.microsoft.com/office/powerpoint/2010/main" val="2559223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A5EEDA-B5D1-1D02-E06D-350BD20F02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6472" b="92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9A718-60A4-A8F2-3B8F-8A0817A7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What Work We Will Be Doing in This Project</a:t>
            </a:r>
            <a:endParaRPr lang="en-CA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A161A66-82C5-3900-10DE-D7C331E89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179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970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1D9FC-FA61-5B0D-3BDA-FA5B4535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Weekly Work Breakdown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7E6CF-2EB2-F956-42D7-D2ED56910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793224"/>
              </p:ext>
            </p:extLst>
          </p:nvPr>
        </p:nvGraphicFramePr>
        <p:xfrm>
          <a:off x="432225" y="2219955"/>
          <a:ext cx="11327550" cy="39448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77404">
                  <a:extLst>
                    <a:ext uri="{9D8B030D-6E8A-4147-A177-3AD203B41FA5}">
                      <a16:colId xmlns:a16="http://schemas.microsoft.com/office/drawing/2014/main" val="750658793"/>
                    </a:ext>
                  </a:extLst>
                </a:gridCol>
                <a:gridCol w="3985437">
                  <a:extLst>
                    <a:ext uri="{9D8B030D-6E8A-4147-A177-3AD203B41FA5}">
                      <a16:colId xmlns:a16="http://schemas.microsoft.com/office/drawing/2014/main" val="2263526190"/>
                    </a:ext>
                  </a:extLst>
                </a:gridCol>
                <a:gridCol w="3464709">
                  <a:extLst>
                    <a:ext uri="{9D8B030D-6E8A-4147-A177-3AD203B41FA5}">
                      <a16:colId xmlns:a16="http://schemas.microsoft.com/office/drawing/2014/main" val="3578912120"/>
                    </a:ext>
                  </a:extLst>
                </a:gridCol>
              </a:tblGrid>
              <a:tr h="539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Task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Description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Responsible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948184"/>
                  </a:ext>
                </a:extLst>
              </a:tr>
              <a:tr h="539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Project planning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Define workflow, tasks, deliverables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Devarshi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932564"/>
                  </a:ext>
                </a:extLst>
              </a:tr>
              <a:tr h="775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Research phase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Study Volatility, memory artifacts, plugin usage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Jay Patel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972533"/>
                  </a:ext>
                </a:extLst>
              </a:tr>
              <a:tr h="539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Environment setup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Prepare VM, install tools, test acquisition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Jay Joshi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050103"/>
                  </a:ext>
                </a:extLst>
              </a:tr>
              <a:tr h="775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Planning the memory scenario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Select case scenario (malware sample or IOC)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Jay Patel + Jay Joshi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3581"/>
                  </a:ext>
                </a:extLst>
              </a:tr>
              <a:tr h="775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Documentation outline</a:t>
                      </a:r>
                      <a:endParaRPr lang="en-C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Create structure for final report &amp; screenshots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Kedar Dave</a:t>
                      </a:r>
                    </a:p>
                  </a:txBody>
                  <a:tcPr marL="252874" marR="131495" marT="131495" marB="131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418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747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7AE49-BA2E-3893-0A37-3829C2D25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9FECF-E76B-860A-7AA4-257C6E06F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Questions?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DD7EFED2-7973-1047-3B7B-6AEDD0C8F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9919" y="1966293"/>
            <a:ext cx="445216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65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582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Memory Forensics Investigation &amp; Volatile Artifact Analysis Using Volatility</vt:lpstr>
      <vt:lpstr>Project Overview</vt:lpstr>
      <vt:lpstr>Project Objectives</vt:lpstr>
      <vt:lpstr>Scope of Work</vt:lpstr>
      <vt:lpstr>Tools &amp; Technologies</vt:lpstr>
      <vt:lpstr>Project Infrastructure &amp; System Setup</vt:lpstr>
      <vt:lpstr>What Work We Will Be Doing in This Project</vt:lpstr>
      <vt:lpstr>Weekly Work Breakdown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Devarshi Bhupeshbhai Mahadevwala</dc:creator>
  <cp:lastModifiedBy>Devarshi Bhupeshbhai Mahadevwala</cp:lastModifiedBy>
  <cp:revision>8</cp:revision>
  <dcterms:created xsi:type="dcterms:W3CDTF">2025-11-16T20:40:04Z</dcterms:created>
  <dcterms:modified xsi:type="dcterms:W3CDTF">2025-12-15T17:35:27Z</dcterms:modified>
</cp:coreProperties>
</file>