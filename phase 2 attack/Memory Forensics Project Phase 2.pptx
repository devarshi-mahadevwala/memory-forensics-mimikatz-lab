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0B07-355C-44C9-CB28-A241F761C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4BDC4-729A-F6FF-9DF3-C1E4A485E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EF5FA-C973-3A51-0B58-591EFE47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5FB9-22EF-F2F0-3A9A-892FED7A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5E955-4C2D-4BA2-F9F6-6C0EABA7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740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C71A-CBF3-D44B-88F4-4B5F1B36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AEBA-DFDB-CA0F-39F2-B99E9D7E0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0DEC2-95A5-4E46-967C-7A9E5BC9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C6D2-4219-A111-E06B-799A5F69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DC65B-E77C-6590-3589-D4B8E6CB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903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0F10-C51F-9079-130D-F23C053B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771F0-474D-9D59-D6FD-A5CFFAF4C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21636-F204-94C1-583C-4B7FB250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47027-EBEB-7DAF-4344-1D2A1D98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BA845-04D0-A241-258F-E694B746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237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BAC8-1D73-ED44-EE03-476895AA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7614-43D9-7E73-9E9B-727060B01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2FBA6-5F8A-5DEE-10F8-59A65E241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2A150-C125-8F11-A0AC-91D9E920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D9012-1BE0-9D81-1A73-78F412A9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DD49B-672F-FE5A-7AEC-5A77C8E9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373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7FC9-A57C-8674-5A92-9C9FFD23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75D15-65DF-045F-3EEB-7B345B91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7A1B8-1067-F6FC-3ED5-1DB6D97EF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7297F-87F8-B05C-6038-5FFEAD376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FEAFA-9F53-B0E4-3B47-274DC3173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D92CD-CC84-7682-A58C-54CD7676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96A75E-02FA-D174-028D-0BF8086E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D7720-9A66-9555-F0AC-56DD3603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FDBE-5BFE-9860-D7FD-46874342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F9C8C-A004-E05E-76E2-78CE45A6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3D4F8-34D9-EBDA-2E9C-05823AD2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04F5D-F50C-20B5-A15A-17955E75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21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C5A17-328C-931E-09DE-5EA02735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1101A-DC7E-8BB2-675B-95A8160C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900CD-32DE-9C3A-60EF-A547D69A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589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310B-211A-8F03-31DD-DEF3E3F8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EBD3-3A09-35DE-697F-17A33083B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69E6A-F94F-7DB4-E913-A251C66B4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42469-8860-3F14-9A7E-47B16DDC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BC99E-8D5B-E102-25F5-A45696E4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A3A14-F3B0-6B94-83EC-69921FEC6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883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6FF2-6DDE-4E27-4E04-136C7328A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569578-4508-FD86-1FBC-F58041C2A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DE3B5-2F89-1E11-2C88-81F669ED6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531C8-B6AF-9613-5C20-EA52E401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DF81F-6A3B-80B7-050C-A26F2A97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803EB-6C94-7D94-EE56-19FD458A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55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3C3F-39B4-545F-5253-34DE9E8B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4D504-C656-69CA-430C-EB8441213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9C1E-893F-B78A-6CD3-9B8D397A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11FC4-D622-02E5-5AA1-D320B11F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0D8F-3047-FB0A-7C4C-118B9411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384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FB651-EE85-C974-8157-0160ACBC3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839A5-33C0-6D86-7D95-3DD260E1B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F74E6-E768-18A8-6DE0-788E0395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61C84-9BC4-9FA9-923E-BA0237FA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825A7-3606-34F6-3322-40332268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347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EFE56-6109-F888-E5DE-452B8665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1032D-B271-F57A-E501-69505046A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A5815-1566-2147-714E-7579CC4BD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70218-1BA8-43EA-901A-7E4B8B7A25A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01CE3-4DAD-C275-F7E7-9DCB95F51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847E-487B-49DD-0A57-96AB4A53E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E0D0A-CE2D-486A-8115-F43C0991834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60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4E678-6E83-1964-4269-12FD2DA34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2: Attack Execution &amp; Memory Acquisition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38282-1FA4-9F15-4DFB-ECC3DB4AE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700" b="1" dirty="0"/>
              <a:t>Project:</a:t>
            </a:r>
            <a:r>
              <a:rPr lang="en-US" sz="1700" dirty="0"/>
              <a:t> Memory Forensics &amp; Credential Extraction using </a:t>
            </a:r>
            <a:r>
              <a:rPr lang="en-US" sz="1700" dirty="0" err="1"/>
              <a:t>Mimikatz</a:t>
            </a:r>
            <a:r>
              <a:rPr lang="en-US" sz="1700" dirty="0"/>
              <a:t> &amp; Volatility</a:t>
            </a:r>
          </a:p>
          <a:p>
            <a:pPr algn="l"/>
            <a:r>
              <a:rPr lang="en-US" sz="1700" dirty="0"/>
              <a:t>Team: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/>
              <a:t>Devarshi Mahadevwala</a:t>
            </a:r>
            <a:endParaRPr lang="en-US" sz="1700" dirty="0"/>
          </a:p>
          <a:p>
            <a:pPr algn="l"/>
            <a:r>
              <a:rPr lang="en-US" sz="1700" b="1" dirty="0"/>
              <a:t>Purpose of Phase 2: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Conduct a controlled credential-theft attack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Capture </a:t>
            </a:r>
            <a:r>
              <a:rPr lang="en-US" sz="1700" b="1" dirty="0"/>
              <a:t>three memory states</a:t>
            </a:r>
            <a:r>
              <a:rPr lang="en-US" sz="1700" dirty="0"/>
              <a:t> for forensic comparison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Prepare dataset for Volatility-based analysis in Phase 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1662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1E693-3A58-6814-4040-1B67C60F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Attacker VM Prepared (Kali Linux)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7B7CEF4-6F65-1BF8-188B-732D3B981A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61802" y="2743200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Verified network isolation (Host-Only) to simulate internal compromise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Confirmed correct directories for payload, memory dumps, and Volatility workspace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Ensured attacker VM could communicate reliably with Windows victim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Verified available disk space &amp; tools before attack execution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9322AE3-A551-BBB7-AAFD-F877EF66F6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E668E-98E7-EE0E-4E88-111AB3CF9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Windows Security Controls Disabled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FE81EA-1608-1499-B26C-AD7FC49CFB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82" y="1582469"/>
            <a:ext cx="4777381" cy="352331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A0F5D5B-BA23-4FCB-5CEE-6A65980F684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Disabled Defender &amp; Firewall to: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Prevent blocking of Mimikatz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Allow unrestricted payload execution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Ensure realistic credential extraction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This setup matches typical misconfigured enterprise environments</a:t>
            </a:r>
          </a:p>
        </p:txBody>
      </p:sp>
    </p:spTree>
    <p:extLst>
      <p:ext uri="{BB962C8B-B14F-4D97-AF65-F5344CB8AC3E}">
        <p14:creationId xmlns:p14="http://schemas.microsoft.com/office/powerpoint/2010/main" val="1145705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CED16-BEC9-7766-C84C-3B0CFB92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Payload Staging Environment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766BC80-65A4-85A1-0B01-299D0CD6E3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72" y="650494"/>
            <a:ext cx="5604361" cy="53241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1E6D56-5FA2-E0AA-0FF3-ECBBCB5993F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Organized attack tools (DumpIt.exe, mimikatz.exe) into a dedicated staging directory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Ensured Windows-compatible binaries placed inside HTTP server folder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Established a clean and repeatable payload delivery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7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2E6E8-7B64-D0A0-80BC-C29F259B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Delivery Mechanism Activated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CD0B77-8F87-61E6-C34A-ECCF9414449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Kali’s Python web server used to host attack tools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Windows VM accessed tools via browser — simulates phishing/download scenario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Validated accessibility &amp; transfer integrity before running tools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7A090B-1B00-DC9B-92C6-71FAD8F367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383" y="2484255"/>
            <a:ext cx="4792574" cy="371424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8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D8C2B-EDA4-B6B0-1F1C-76A30850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Victim Downloads DumpIt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D7551D-D2C1-FFBA-2746-852F69FE47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822167"/>
            <a:ext cx="5628018" cy="498079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2818CE-0D1E-4BC2-C8AB-25310D42570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Windows VM successfully connected to Kali server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Downloaded DumpIt for memory capture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Prepared baseline memory snapshot before any malicious 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9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77520-0F4B-DB1B-FDBA-244D497F7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Pre-Attack Memory Snapshot Captured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62452F-F44E-66C4-68A7-62FF4305C5A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DumpIt executed on a clean system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Captured </a:t>
            </a:r>
            <a:r>
              <a:rPr kumimoji="0" lang="en-US" altLang="en-US" sz="2000" b="0" i="1" u="none" strike="noStrike" cap="none" normalizeH="0" baseline="0">
                <a:ln>
                  <a:noFill/>
                </a:ln>
                <a:effectLst/>
              </a:rPr>
              <a:t>memory_pre_attack.dmp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Provides baseline for comparing malicious changes in later dumps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Forms the foundation of forensic timeline analysis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F7D019B-B8BC-4293-F38B-36ED42EA47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976554"/>
            <a:ext cx="5150277" cy="272964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3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20D0D-8257-814B-E920-C287FC8E1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Mimikatz Payload Delivered to Victim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613757-0762-1376-0E40-329080DA3A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1230198"/>
            <a:ext cx="5628018" cy="416473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B02115-3A9E-B992-8FBF-68DD80E0E7D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Mimikatz.exe downloaded from Kali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Verified file integrity and correct architecture (x64)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Victim system is now ready for credential extraction testing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0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FC131-A942-C0D1-4BA1-10345C4B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/>
              <a:t>Mimikatz Executed with Elevated Privileges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EAA8DEB-83F3-F383-A424-84DDCDD11CE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90719" y="2330505"/>
            <a:ext cx="4559425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Mimikatz run using admin shell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Successfully accessed LSASS process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Attack simulates credential harvesting within a compromised host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Proof that payload was executed exactly as intended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B0C847-5C0B-0AE4-B88F-B36C7828B2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4998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6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56B343-807D-456E-AA26-80E96B75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81F47-EF72-D617-5118-D90685468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Credentials Extracted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EADF707-5FCA-E394-27CF-4248C880EA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14" b="110"/>
          <a:stretch>
            <a:fillRect/>
          </a:stretch>
        </p:blipFill>
        <p:spPr>
          <a:xfrm>
            <a:off x="576244" y="650494"/>
            <a:ext cx="5628018" cy="53241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05192BA-D3A6-C079-7254-9A938C700CF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NTLM hashes and credential packages retrieved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Demonstrates full compromise of authentication subsystem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This is the forensic “smoking gun” in Phase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07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E9-6D41-EB2D-7063-21360836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During-Attack Memory Dump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6767DE-1958-F0D6-7F73-C8FBD95097E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90719" y="2330505"/>
            <a:ext cx="4559425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Memory captured while Mimikatz was still active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Captures volatile artifacts (handles, DLLs, LSASS state)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Critical for timeline reconstruction and malware behavior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4D9C48-273D-75E7-0237-FC7A071F61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0" b="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8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7C420-68FC-C8E4-F7F3-423DE1B7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Post-Attack Memory Dump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6BDDBC8-818B-C4A0-949E-A168949747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" y="653327"/>
            <a:ext cx="5628018" cy="53184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522E7AD-1A83-61A7-3021-6C1C744C737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9012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Mimikatz terminated to simulate attacker exit behavior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Another dump captured to show what persists after the attack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Helps determine what traces remain after tool termination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40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7D54-A546-5D5C-1001-FC44BF7B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All Dumps Retrieved for Forensic Analysis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4E374D9-D964-9809-4626-3C2BF67A13F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90719" y="2330505"/>
            <a:ext cx="4559425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All three dumps successfully transferred to Kali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Verified SHA256 to ensure no corruption during transfer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Environment fully prepared for Phase 3 (Volatility 2 &amp; 3)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2F548B-3A61-9DAB-6791-E3C6387DBA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9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424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Phase 2: Attack Execution &amp; Memory Acquisition</vt:lpstr>
      <vt:lpstr>Attacker VM Prepared (Kali Linux)</vt:lpstr>
      <vt:lpstr>Windows Security Controls Disabled</vt:lpstr>
      <vt:lpstr>Payload Staging Environment</vt:lpstr>
      <vt:lpstr>HTTP Delivery Mechanism Activated</vt:lpstr>
      <vt:lpstr>Victim Downloads DumpIt</vt:lpstr>
      <vt:lpstr>Pre-Attack Memory Snapshot Captured</vt:lpstr>
      <vt:lpstr>Mimikatz Payload Delivered to Victim</vt:lpstr>
      <vt:lpstr>Mimikatz Executed with Elevated Privileges</vt:lpstr>
      <vt:lpstr>Credentials Extracted</vt:lpstr>
      <vt:lpstr>During-Attack Memory Dump</vt:lpstr>
      <vt:lpstr>Post-Attack Memory Dump</vt:lpstr>
      <vt:lpstr>All Dumps Retrieved for Forensic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Devarshi Bhupeshbhai Mahadevwala</dc:creator>
  <cp:lastModifiedBy>Devarshi Bhupeshbhai Mahadevwala</cp:lastModifiedBy>
  <cp:revision>2</cp:revision>
  <dcterms:created xsi:type="dcterms:W3CDTF">2025-11-28T21:13:21Z</dcterms:created>
  <dcterms:modified xsi:type="dcterms:W3CDTF">2025-12-15T17:37:33Z</dcterms:modified>
</cp:coreProperties>
</file>